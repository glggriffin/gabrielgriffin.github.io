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1"/>
    <p:sldMasterId id="2147483689" r:id="rId2"/>
  </p:sldMasterIdLst>
  <p:notesMasterIdLst>
    <p:notesMasterId r:id="rId4"/>
  </p:notesMasterIdLst>
  <p:handoutMasterIdLst>
    <p:handoutMasterId r:id="rId5"/>
  </p:handoutMasterIdLst>
  <p:sldIdLst>
    <p:sldId id="257" r:id="rId3"/>
  </p:sldIdLst>
  <p:sldSz cx="37463413" cy="21067713"/>
  <p:notesSz cx="6858000" cy="9144000"/>
  <p:defaultTextStyle>
    <a:defPPr>
      <a:defRPr lang="en-US"/>
    </a:defPPr>
    <a:lvl1pPr marL="0" algn="l" defTabSz="2809388" rtl="0" eaLnBrk="1" latinLnBrk="0" hangingPunct="1">
      <a:defRPr sz="5531" kern="1200">
        <a:solidFill>
          <a:schemeClr val="tx1"/>
        </a:solidFill>
        <a:latin typeface="+mn-lt"/>
        <a:ea typeface="+mn-ea"/>
        <a:cs typeface="+mn-cs"/>
      </a:defRPr>
    </a:lvl1pPr>
    <a:lvl2pPr marL="1404694" algn="l" defTabSz="2809388" rtl="0" eaLnBrk="1" latinLnBrk="0" hangingPunct="1">
      <a:defRPr sz="5531" kern="1200">
        <a:solidFill>
          <a:schemeClr val="tx1"/>
        </a:solidFill>
        <a:latin typeface="+mn-lt"/>
        <a:ea typeface="+mn-ea"/>
        <a:cs typeface="+mn-cs"/>
      </a:defRPr>
    </a:lvl2pPr>
    <a:lvl3pPr marL="2809388" algn="l" defTabSz="2809388" rtl="0" eaLnBrk="1" latinLnBrk="0" hangingPunct="1">
      <a:defRPr sz="5531" kern="1200">
        <a:solidFill>
          <a:schemeClr val="tx1"/>
        </a:solidFill>
        <a:latin typeface="+mn-lt"/>
        <a:ea typeface="+mn-ea"/>
        <a:cs typeface="+mn-cs"/>
      </a:defRPr>
    </a:lvl3pPr>
    <a:lvl4pPr marL="4214082" algn="l" defTabSz="2809388" rtl="0" eaLnBrk="1" latinLnBrk="0" hangingPunct="1">
      <a:defRPr sz="5531" kern="1200">
        <a:solidFill>
          <a:schemeClr val="tx1"/>
        </a:solidFill>
        <a:latin typeface="+mn-lt"/>
        <a:ea typeface="+mn-ea"/>
        <a:cs typeface="+mn-cs"/>
      </a:defRPr>
    </a:lvl4pPr>
    <a:lvl5pPr marL="5618776" algn="l" defTabSz="2809388" rtl="0" eaLnBrk="1" latinLnBrk="0" hangingPunct="1">
      <a:defRPr sz="5531" kern="1200">
        <a:solidFill>
          <a:schemeClr val="tx1"/>
        </a:solidFill>
        <a:latin typeface="+mn-lt"/>
        <a:ea typeface="+mn-ea"/>
        <a:cs typeface="+mn-cs"/>
      </a:defRPr>
    </a:lvl5pPr>
    <a:lvl6pPr marL="7023470" algn="l" defTabSz="2809388" rtl="0" eaLnBrk="1" latinLnBrk="0" hangingPunct="1">
      <a:defRPr sz="5531" kern="1200">
        <a:solidFill>
          <a:schemeClr val="tx1"/>
        </a:solidFill>
        <a:latin typeface="+mn-lt"/>
        <a:ea typeface="+mn-ea"/>
        <a:cs typeface="+mn-cs"/>
      </a:defRPr>
    </a:lvl6pPr>
    <a:lvl7pPr marL="8428163" algn="l" defTabSz="2809388" rtl="0" eaLnBrk="1" latinLnBrk="0" hangingPunct="1">
      <a:defRPr sz="5531" kern="1200">
        <a:solidFill>
          <a:schemeClr val="tx1"/>
        </a:solidFill>
        <a:latin typeface="+mn-lt"/>
        <a:ea typeface="+mn-ea"/>
        <a:cs typeface="+mn-cs"/>
      </a:defRPr>
    </a:lvl7pPr>
    <a:lvl8pPr marL="9832858" algn="l" defTabSz="2809388" rtl="0" eaLnBrk="1" latinLnBrk="0" hangingPunct="1">
      <a:defRPr sz="5531" kern="1200">
        <a:solidFill>
          <a:schemeClr val="tx1"/>
        </a:solidFill>
        <a:latin typeface="+mn-lt"/>
        <a:ea typeface="+mn-ea"/>
        <a:cs typeface="+mn-cs"/>
      </a:defRPr>
    </a:lvl8pPr>
    <a:lvl9pPr marL="11237552" algn="l" defTabSz="2809388" rtl="0" eaLnBrk="1" latinLnBrk="0" hangingPunct="1">
      <a:defRPr sz="553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32" userDrawn="1">
          <p15:clr>
            <a:srgbClr val="A4A3A4"/>
          </p15:clr>
        </p15:guide>
        <p15:guide id="2" orient="horz" pos="3396" userDrawn="1">
          <p15:clr>
            <a:srgbClr val="A4A3A4"/>
          </p15:clr>
        </p15:guide>
        <p15:guide id="3" pos="23056" userDrawn="1">
          <p15:clr>
            <a:srgbClr val="A4A3A4"/>
          </p15:clr>
        </p15:guide>
        <p15:guide id="4" pos="520" userDrawn="1">
          <p15:clr>
            <a:srgbClr val="A4A3A4"/>
          </p15:clr>
        </p15:guide>
        <p15:guide id="5" pos="5848" userDrawn="1">
          <p15:clr>
            <a:srgbClr val="A4A3A4"/>
          </p15:clr>
        </p15:guide>
        <p15:guide id="6" pos="6232" userDrawn="1">
          <p15:clr>
            <a:srgbClr val="A4A3A4"/>
          </p15:clr>
        </p15:guide>
        <p15:guide id="7" pos="11608" userDrawn="1">
          <p15:clr>
            <a:srgbClr val="A4A3A4"/>
          </p15:clr>
        </p15:guide>
        <p15:guide id="8" pos="11992" userDrawn="1">
          <p15:clr>
            <a:srgbClr val="A4A3A4"/>
          </p15:clr>
        </p15:guide>
        <p15:guide id="9" pos="17368" userDrawn="1">
          <p15:clr>
            <a:srgbClr val="A4A3A4"/>
          </p15:clr>
        </p15:guide>
        <p15:guide id="10" pos="17752" userDrawn="1">
          <p15:clr>
            <a:srgbClr val="A4A3A4"/>
          </p15:clr>
        </p15:guide>
        <p15:guide id="11" orient="horz" pos="12684" userDrawn="1">
          <p15:clr>
            <a:srgbClr val="A4A3A4"/>
          </p15:clr>
        </p15:guide>
        <p15:guide id="12" orient="horz" pos="36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9B0C8B-92F6-4C2B-B6DF-129D182AF1FF}" v="127" dt="2025-07-20T05:18:26.3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34"/>
    <p:restoredTop sz="94655"/>
  </p:normalViewPr>
  <p:slideViewPr>
    <p:cSldViewPr snapToGrid="0" snapToObjects="1">
      <p:cViewPr>
        <p:scale>
          <a:sx n="50" d="100"/>
          <a:sy n="50" d="100"/>
        </p:scale>
        <p:origin x="-1412" y="32"/>
      </p:cViewPr>
      <p:guideLst>
        <p:guide orient="horz" pos="3132"/>
        <p:guide orient="horz" pos="3396"/>
        <p:guide pos="23056"/>
        <p:guide pos="520"/>
        <p:guide pos="5848"/>
        <p:guide pos="6232"/>
        <p:guide pos="11608"/>
        <p:guide pos="11992"/>
        <p:guide pos="17368"/>
        <p:guide pos="17752"/>
        <p:guide orient="horz" pos="12684"/>
        <p:guide orient="horz" pos="363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3" d="100"/>
          <a:sy n="93" d="100"/>
        </p:scale>
        <p:origin x="3784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e Griffin" userId="1d507563ab721ffd" providerId="LiveId" clId="{279B0C8B-92F6-4C2B-B6DF-129D182AF1FF}"/>
    <pc:docChg chg="undo custSel addSld delSld modSld">
      <pc:chgData name="Gabe Griffin" userId="1d507563ab721ffd" providerId="LiveId" clId="{279B0C8B-92F6-4C2B-B6DF-129D182AF1FF}" dt="2025-07-20T05:19:10.302" v="1702" actId="57"/>
      <pc:docMkLst>
        <pc:docMk/>
      </pc:docMkLst>
      <pc:sldChg chg="addSp delSp modSp mod modNotesTx">
        <pc:chgData name="Gabe Griffin" userId="1d507563ab721ffd" providerId="LiveId" clId="{279B0C8B-92F6-4C2B-B6DF-129D182AF1FF}" dt="2025-07-20T05:19:10.302" v="1702" actId="57"/>
        <pc:sldMkLst>
          <pc:docMk/>
          <pc:sldMk cId="36028418" sldId="257"/>
        </pc:sldMkLst>
        <pc:spChg chg="add mod">
          <ac:chgData name="Gabe Griffin" userId="1d507563ab721ffd" providerId="LiveId" clId="{279B0C8B-92F6-4C2B-B6DF-129D182AF1FF}" dt="2025-07-20T04:48:32.176" v="1095" actId="1076"/>
          <ac:spMkLst>
            <pc:docMk/>
            <pc:sldMk cId="36028418" sldId="257"/>
            <ac:spMk id="6" creationId="{F9E11F77-B75D-F2ED-6876-B3CAA45CDD97}"/>
          </ac:spMkLst>
        </pc:spChg>
        <pc:spChg chg="mod">
          <ac:chgData name="Gabe Griffin" userId="1d507563ab721ffd" providerId="LiveId" clId="{279B0C8B-92F6-4C2B-B6DF-129D182AF1FF}" dt="2025-07-20T05:19:10.302" v="1702" actId="57"/>
          <ac:spMkLst>
            <pc:docMk/>
            <pc:sldMk cId="36028418" sldId="257"/>
            <ac:spMk id="11" creationId="{00000000-0000-0000-0000-000000000000}"/>
          </ac:spMkLst>
        </pc:spChg>
        <pc:spChg chg="del mod">
          <ac:chgData name="Gabe Griffin" userId="1d507563ab721ffd" providerId="LiveId" clId="{279B0C8B-92F6-4C2B-B6DF-129D182AF1FF}" dt="2025-07-20T04:40:41.835" v="1021" actId="478"/>
          <ac:spMkLst>
            <pc:docMk/>
            <pc:sldMk cId="36028418" sldId="257"/>
            <ac:spMk id="13" creationId="{62F5F63D-B944-24EF-766C-80B07377D62C}"/>
          </ac:spMkLst>
        </pc:spChg>
        <pc:spChg chg="mod">
          <ac:chgData name="Gabe Griffin" userId="1d507563ab721ffd" providerId="LiveId" clId="{279B0C8B-92F6-4C2B-B6DF-129D182AF1FF}" dt="2025-07-20T04:39:56.495" v="1013" actId="20577"/>
          <ac:spMkLst>
            <pc:docMk/>
            <pc:sldMk cId="36028418" sldId="257"/>
            <ac:spMk id="14" creationId="{00000000-0000-0000-0000-000000000000}"/>
          </ac:spMkLst>
        </pc:spChg>
        <pc:spChg chg="del mod">
          <ac:chgData name="Gabe Griffin" userId="1d507563ab721ffd" providerId="LiveId" clId="{279B0C8B-92F6-4C2B-B6DF-129D182AF1FF}" dt="2025-07-20T04:40:43.817" v="1022" actId="478"/>
          <ac:spMkLst>
            <pc:docMk/>
            <pc:sldMk cId="36028418" sldId="257"/>
            <ac:spMk id="15" creationId="{074AF058-8316-FCC4-9809-24A6E10E3644}"/>
          </ac:spMkLst>
        </pc:spChg>
        <pc:spChg chg="mod">
          <ac:chgData name="Gabe Griffin" userId="1d507563ab721ffd" providerId="LiveId" clId="{279B0C8B-92F6-4C2B-B6DF-129D182AF1FF}" dt="2025-07-20T04:39:54.302" v="1012" actId="20577"/>
          <ac:spMkLst>
            <pc:docMk/>
            <pc:sldMk cId="36028418" sldId="257"/>
            <ac:spMk id="16" creationId="{00000000-0000-0000-0000-000000000000}"/>
          </ac:spMkLst>
        </pc:spChg>
        <pc:spChg chg="del">
          <ac:chgData name="Gabe Griffin" userId="1d507563ab721ffd" providerId="LiveId" clId="{279B0C8B-92F6-4C2B-B6DF-129D182AF1FF}" dt="2025-07-20T04:40:46.127" v="1023" actId="478"/>
          <ac:spMkLst>
            <pc:docMk/>
            <pc:sldMk cId="36028418" sldId="257"/>
            <ac:spMk id="17" creationId="{B2E04A73-8B80-AE48-9508-B3262C5074DA}"/>
          </ac:spMkLst>
        </pc:spChg>
        <pc:spChg chg="mod">
          <ac:chgData name="Gabe Griffin" userId="1d507563ab721ffd" providerId="LiveId" clId="{279B0C8B-92F6-4C2B-B6DF-129D182AF1FF}" dt="2025-07-20T04:48:10.831" v="1092" actId="1076"/>
          <ac:spMkLst>
            <pc:docMk/>
            <pc:sldMk cId="36028418" sldId="257"/>
            <ac:spMk id="26" creationId="{00000000-0000-0000-0000-000000000000}"/>
          </ac:spMkLst>
        </pc:spChg>
        <pc:spChg chg="add del mod">
          <ac:chgData name="Gabe Griffin" userId="1d507563ab721ffd" providerId="LiveId" clId="{279B0C8B-92F6-4C2B-B6DF-129D182AF1FF}" dt="2025-07-20T04:04:09.818" v="548" actId="931"/>
          <ac:spMkLst>
            <pc:docMk/>
            <pc:sldMk cId="36028418" sldId="257"/>
            <ac:spMk id="27" creationId="{F7FEBD22-361C-A9BA-877B-1A081DFB2E48}"/>
          </ac:spMkLst>
        </pc:spChg>
        <pc:spChg chg="mod">
          <ac:chgData name="Gabe Griffin" userId="1d507563ab721ffd" providerId="LiveId" clId="{279B0C8B-92F6-4C2B-B6DF-129D182AF1FF}" dt="2025-07-20T05:16:26.342" v="1667" actId="1076"/>
          <ac:spMkLst>
            <pc:docMk/>
            <pc:sldMk cId="36028418" sldId="257"/>
            <ac:spMk id="30" creationId="{00000000-0000-0000-0000-000000000000}"/>
          </ac:spMkLst>
        </pc:spChg>
        <pc:spChg chg="add mod ord">
          <ac:chgData name="Gabe Griffin" userId="1d507563ab721ffd" providerId="LiveId" clId="{279B0C8B-92F6-4C2B-B6DF-129D182AF1FF}" dt="2025-07-20T04:33:34.777" v="966" actId="34135"/>
          <ac:spMkLst>
            <pc:docMk/>
            <pc:sldMk cId="36028418" sldId="257"/>
            <ac:spMk id="38" creationId="{F29440FF-55C4-5827-2AAE-7AEC9830BCC2}"/>
          </ac:spMkLst>
        </pc:spChg>
        <pc:spChg chg="add mod">
          <ac:chgData name="Gabe Griffin" userId="1d507563ab721ffd" providerId="LiveId" clId="{279B0C8B-92F6-4C2B-B6DF-129D182AF1FF}" dt="2025-07-20T04:36:36.302" v="991" actId="14100"/>
          <ac:spMkLst>
            <pc:docMk/>
            <pc:sldMk cId="36028418" sldId="257"/>
            <ac:spMk id="39" creationId="{63692832-7DD7-EC26-1938-2C69CD82A859}"/>
          </ac:spMkLst>
        </pc:spChg>
        <pc:spChg chg="add mod">
          <ac:chgData name="Gabe Griffin" userId="1d507563ab721ffd" providerId="LiveId" clId="{279B0C8B-92F6-4C2B-B6DF-129D182AF1FF}" dt="2025-07-20T04:36:37.472" v="992"/>
          <ac:spMkLst>
            <pc:docMk/>
            <pc:sldMk cId="36028418" sldId="257"/>
            <ac:spMk id="40" creationId="{39798478-C998-608E-BCE2-98DE0936242B}"/>
          </ac:spMkLst>
        </pc:spChg>
        <pc:spChg chg="mod">
          <ac:chgData name="Gabe Griffin" userId="1d507563ab721ffd" providerId="LiveId" clId="{279B0C8B-92F6-4C2B-B6DF-129D182AF1FF}" dt="2025-07-20T04:39:46.527" v="1009" actId="20577"/>
          <ac:spMkLst>
            <pc:docMk/>
            <pc:sldMk cId="36028418" sldId="257"/>
            <ac:spMk id="42" creationId="{00000000-0000-0000-0000-000000000000}"/>
          </ac:spMkLst>
        </pc:spChg>
        <pc:spChg chg="mod">
          <ac:chgData name="Gabe Griffin" userId="1d507563ab721ffd" providerId="LiveId" clId="{279B0C8B-92F6-4C2B-B6DF-129D182AF1FF}" dt="2025-07-20T04:39:44.491" v="1008" actId="20577"/>
          <ac:spMkLst>
            <pc:docMk/>
            <pc:sldMk cId="36028418" sldId="257"/>
            <ac:spMk id="44" creationId="{00000000-0000-0000-0000-000000000000}"/>
          </ac:spMkLst>
        </pc:spChg>
        <pc:spChg chg="mod">
          <ac:chgData name="Gabe Griffin" userId="1d507563ab721ffd" providerId="LiveId" clId="{279B0C8B-92F6-4C2B-B6DF-129D182AF1FF}" dt="2025-07-20T04:39:51.021" v="1011" actId="20577"/>
          <ac:spMkLst>
            <pc:docMk/>
            <pc:sldMk cId="36028418" sldId="257"/>
            <ac:spMk id="47" creationId="{00000000-0000-0000-0000-000000000000}"/>
          </ac:spMkLst>
        </pc:spChg>
        <pc:spChg chg="add mod ord">
          <ac:chgData name="Gabe Griffin" userId="1d507563ab721ffd" providerId="LiveId" clId="{279B0C8B-92F6-4C2B-B6DF-129D182AF1FF}" dt="2025-07-20T04:45:50.285" v="1072" actId="34135"/>
          <ac:spMkLst>
            <pc:docMk/>
            <pc:sldMk cId="36028418" sldId="257"/>
            <ac:spMk id="49" creationId="{C4984FC7-A66E-CC1F-EA2C-615FB776BD1B}"/>
          </ac:spMkLst>
        </pc:spChg>
        <pc:spChg chg="mod">
          <ac:chgData name="Gabe Griffin" userId="1d507563ab721ffd" providerId="LiveId" clId="{279B0C8B-92F6-4C2B-B6DF-129D182AF1FF}" dt="2025-07-20T05:03:30.797" v="1180" actId="1076"/>
          <ac:spMkLst>
            <pc:docMk/>
            <pc:sldMk cId="36028418" sldId="257"/>
            <ac:spMk id="52" creationId="{00000000-0000-0000-0000-000000000000}"/>
          </ac:spMkLst>
        </pc:spChg>
        <pc:spChg chg="add mod">
          <ac:chgData name="Gabe Griffin" userId="1d507563ab721ffd" providerId="LiveId" clId="{279B0C8B-92F6-4C2B-B6DF-129D182AF1FF}" dt="2025-07-20T05:01:30.681" v="1166" actId="1076"/>
          <ac:spMkLst>
            <pc:docMk/>
            <pc:sldMk cId="36028418" sldId="257"/>
            <ac:spMk id="64" creationId="{3F6D62FE-F83E-2873-830E-E6E274436D26}"/>
          </ac:spMkLst>
        </pc:spChg>
        <pc:spChg chg="add mod">
          <ac:chgData name="Gabe Griffin" userId="1d507563ab721ffd" providerId="LiveId" clId="{279B0C8B-92F6-4C2B-B6DF-129D182AF1FF}" dt="2025-07-20T05:17:08.396" v="1692" actId="20577"/>
          <ac:spMkLst>
            <pc:docMk/>
            <pc:sldMk cId="36028418" sldId="257"/>
            <ac:spMk id="65" creationId="{EC6CE340-6C51-E268-673D-C79C64CC567C}"/>
          </ac:spMkLst>
        </pc:spChg>
        <pc:spChg chg="del">
          <ac:chgData name="Gabe Griffin" userId="1d507563ab721ffd" providerId="LiveId" clId="{279B0C8B-92F6-4C2B-B6DF-129D182AF1FF}" dt="2025-07-20T04:39:48.456" v="1010" actId="478"/>
          <ac:spMkLst>
            <pc:docMk/>
            <pc:sldMk cId="36028418" sldId="257"/>
            <ac:spMk id="92" creationId="{00000000-0000-0000-0000-000000000000}"/>
          </ac:spMkLst>
        </pc:spChg>
        <pc:graphicFrameChg chg="del">
          <ac:chgData name="Gabe Griffin" userId="1d507563ab721ffd" providerId="LiveId" clId="{279B0C8B-92F6-4C2B-B6DF-129D182AF1FF}" dt="2025-07-20T04:48:03.187" v="1089" actId="478"/>
          <ac:graphicFrameMkLst>
            <pc:docMk/>
            <pc:sldMk cId="36028418" sldId="257"/>
            <ac:graphicFrameMk id="91" creationId="{00000000-0000-0000-0000-000000000000}"/>
          </ac:graphicFrameMkLst>
        </pc:graphicFrameChg>
        <pc:picChg chg="add mod">
          <ac:chgData name="Gabe Griffin" userId="1d507563ab721ffd" providerId="LiveId" clId="{279B0C8B-92F6-4C2B-B6DF-129D182AF1FF}" dt="2025-07-20T04:51:17.265" v="1102" actId="1076"/>
          <ac:picMkLst>
            <pc:docMk/>
            <pc:sldMk cId="36028418" sldId="257"/>
            <ac:picMk id="7" creationId="{B23FEC6C-53EF-E1DC-365A-4CAE6F9604D5}"/>
          </ac:picMkLst>
        </pc:picChg>
        <pc:picChg chg="add del mod">
          <ac:chgData name="Gabe Griffin" userId="1d507563ab721ffd" providerId="LiveId" clId="{279B0C8B-92F6-4C2B-B6DF-129D182AF1FF}" dt="2025-07-20T04:25:07.839" v="751" actId="478"/>
          <ac:picMkLst>
            <pc:docMk/>
            <pc:sldMk cId="36028418" sldId="257"/>
            <ac:picMk id="9" creationId="{3442E269-1EF9-D2CA-E2E1-06C274210B63}"/>
          </ac:picMkLst>
        </pc:picChg>
        <pc:picChg chg="add del mod ord">
          <ac:chgData name="Gabe Griffin" userId="1d507563ab721ffd" providerId="LiveId" clId="{279B0C8B-92F6-4C2B-B6DF-129D182AF1FF}" dt="2025-07-20T04:03:58.002" v="545" actId="478"/>
          <ac:picMkLst>
            <pc:docMk/>
            <pc:sldMk cId="36028418" sldId="257"/>
            <ac:picMk id="19" creationId="{35BF1EB7-EBAB-268D-8189-F09F2AB15F81}"/>
          </ac:picMkLst>
        </pc:picChg>
        <pc:picChg chg="add del mod modCrop">
          <ac:chgData name="Gabe Griffin" userId="1d507563ab721ffd" providerId="LiveId" clId="{279B0C8B-92F6-4C2B-B6DF-129D182AF1FF}" dt="2025-07-20T04:04:40.052" v="553" actId="478"/>
          <ac:picMkLst>
            <pc:docMk/>
            <pc:sldMk cId="36028418" sldId="257"/>
            <ac:picMk id="21" creationId="{862C7A21-EEF8-74D4-F968-D5A5E10B215E}"/>
          </ac:picMkLst>
        </pc:picChg>
        <pc:picChg chg="add del mod">
          <ac:chgData name="Gabe Griffin" userId="1d507563ab721ffd" providerId="LiveId" clId="{279B0C8B-92F6-4C2B-B6DF-129D182AF1FF}" dt="2025-07-20T04:04:01.388" v="547" actId="478"/>
          <ac:picMkLst>
            <pc:docMk/>
            <pc:sldMk cId="36028418" sldId="257"/>
            <ac:picMk id="28" creationId="{103F2011-68BB-D940-3EA0-B1BE8617593C}"/>
          </ac:picMkLst>
        </pc:picChg>
        <pc:picChg chg="add mod modCrop">
          <ac:chgData name="Gabe Griffin" userId="1d507563ab721ffd" providerId="LiveId" clId="{279B0C8B-92F6-4C2B-B6DF-129D182AF1FF}" dt="2025-07-20T05:03:28.026" v="1179" actId="1076"/>
          <ac:picMkLst>
            <pc:docMk/>
            <pc:sldMk cId="36028418" sldId="257"/>
            <ac:picMk id="31" creationId="{5DBFE13D-671E-B86E-CD0C-E9CE517DDDC9}"/>
          </ac:picMkLst>
        </pc:picChg>
        <pc:picChg chg="add del mod">
          <ac:chgData name="Gabe Griffin" userId="1d507563ab721ffd" providerId="LiveId" clId="{279B0C8B-92F6-4C2B-B6DF-129D182AF1FF}" dt="2025-07-20T04:06:35.268" v="562" actId="478"/>
          <ac:picMkLst>
            <pc:docMk/>
            <pc:sldMk cId="36028418" sldId="257"/>
            <ac:picMk id="33" creationId="{E93F488D-777A-E96E-D3C6-CCC121F8374A}"/>
          </ac:picMkLst>
        </pc:picChg>
        <pc:picChg chg="add del">
          <ac:chgData name="Gabe Griffin" userId="1d507563ab721ffd" providerId="LiveId" clId="{279B0C8B-92F6-4C2B-B6DF-129D182AF1FF}" dt="2025-07-20T04:25:29.567" v="753" actId="478"/>
          <ac:picMkLst>
            <pc:docMk/>
            <pc:sldMk cId="36028418" sldId="257"/>
            <ac:picMk id="35" creationId="{ABAD14B0-E79F-805E-6A39-F6350380C0B3}"/>
          </ac:picMkLst>
        </pc:picChg>
        <pc:picChg chg="add del mod">
          <ac:chgData name="Gabe Griffin" userId="1d507563ab721ffd" providerId="LiveId" clId="{279B0C8B-92F6-4C2B-B6DF-129D182AF1FF}" dt="2025-07-20T04:38:52.492" v="1002" actId="1076"/>
          <ac:picMkLst>
            <pc:docMk/>
            <pc:sldMk cId="36028418" sldId="257"/>
            <ac:picMk id="37" creationId="{A6DB6867-E738-0D90-EABB-13353348B426}"/>
          </ac:picMkLst>
        </pc:picChg>
        <pc:picChg chg="add del">
          <ac:chgData name="Gabe Griffin" userId="1d507563ab721ffd" providerId="LiveId" clId="{279B0C8B-92F6-4C2B-B6DF-129D182AF1FF}" dt="2025-07-20T04:53:18.955" v="1106" actId="478"/>
          <ac:picMkLst>
            <pc:docMk/>
            <pc:sldMk cId="36028418" sldId="257"/>
            <ac:picMk id="57" creationId="{B016AA97-B275-09B2-EB0F-E2713F685D09}"/>
          </ac:picMkLst>
        </pc:picChg>
        <pc:picChg chg="add mod">
          <ac:chgData name="Gabe Griffin" userId="1d507563ab721ffd" providerId="LiveId" clId="{279B0C8B-92F6-4C2B-B6DF-129D182AF1FF}" dt="2025-07-20T05:04:24.535" v="1191" actId="1076"/>
          <ac:picMkLst>
            <pc:docMk/>
            <pc:sldMk cId="36028418" sldId="257"/>
            <ac:picMk id="59" creationId="{7C7F0401-E5ED-5694-DB8A-F7206B9A29C6}"/>
          </ac:picMkLst>
        </pc:picChg>
        <pc:picChg chg="add mod">
          <ac:chgData name="Gabe Griffin" userId="1d507563ab721ffd" providerId="LiveId" clId="{279B0C8B-92F6-4C2B-B6DF-129D182AF1FF}" dt="2025-07-20T05:04:33.876" v="1198" actId="1076"/>
          <ac:picMkLst>
            <pc:docMk/>
            <pc:sldMk cId="36028418" sldId="257"/>
            <ac:picMk id="61" creationId="{9417A61A-DA19-2C21-E211-1F206CC0C92C}"/>
          </ac:picMkLst>
        </pc:picChg>
        <pc:picChg chg="add mod">
          <ac:chgData name="Gabe Griffin" userId="1d507563ab721ffd" providerId="LiveId" clId="{279B0C8B-92F6-4C2B-B6DF-129D182AF1FF}" dt="2025-07-20T05:04:21.132" v="1189" actId="1076"/>
          <ac:picMkLst>
            <pc:docMk/>
            <pc:sldMk cId="36028418" sldId="257"/>
            <ac:picMk id="63" creationId="{F8F8C0B9-2162-D47B-EB28-2BE693B67D77}"/>
          </ac:picMkLst>
        </pc:picChg>
        <pc:picChg chg="add del">
          <ac:chgData name="Gabe Griffin" userId="1d507563ab721ffd" providerId="LiveId" clId="{279B0C8B-92F6-4C2B-B6DF-129D182AF1FF}" dt="2025-07-20T04:16:49.931" v="738" actId="478"/>
          <ac:picMkLst>
            <pc:docMk/>
            <pc:sldMk cId="36028418" sldId="257"/>
            <ac:picMk id="1026" creationId="{938BA76C-68C7-BDCA-71A5-3A9E0AFD5CFE}"/>
          </ac:picMkLst>
        </pc:picChg>
        <pc:picChg chg="add del mod">
          <ac:chgData name="Gabe Griffin" userId="1d507563ab721ffd" providerId="LiveId" clId="{279B0C8B-92F6-4C2B-B6DF-129D182AF1FF}" dt="2025-07-20T04:24:28.755" v="744" actId="478"/>
          <ac:picMkLst>
            <pc:docMk/>
            <pc:sldMk cId="36028418" sldId="257"/>
            <ac:picMk id="1028" creationId="{3342D74D-A347-7DA5-0D4C-6C4F01FD42FD}"/>
          </ac:picMkLst>
        </pc:picChg>
        <pc:picChg chg="add mod">
          <ac:chgData name="Gabe Griffin" userId="1d507563ab721ffd" providerId="LiveId" clId="{279B0C8B-92F6-4C2B-B6DF-129D182AF1FF}" dt="2025-07-20T04:51:01.011" v="1100" actId="1076"/>
          <ac:picMkLst>
            <pc:docMk/>
            <pc:sldMk cId="36028418" sldId="257"/>
            <ac:picMk id="1034" creationId="{1FE4D78D-45C2-FB26-1CAB-429F9DFEE019}"/>
          </ac:picMkLst>
        </pc:picChg>
        <pc:cxnChg chg="add mod">
          <ac:chgData name="Gabe Griffin" userId="1d507563ab721ffd" providerId="LiveId" clId="{279B0C8B-92F6-4C2B-B6DF-129D182AF1FF}" dt="2025-07-20T04:39:10.677" v="1006" actId="1076"/>
          <ac:cxnSpMkLst>
            <pc:docMk/>
            <pc:sldMk cId="36028418" sldId="257"/>
            <ac:cxnSpMk id="45" creationId="{C9DA3A2B-E86F-FE10-4F52-65988EB93E89}"/>
          </ac:cxnSpMkLst>
        </pc:cxnChg>
        <pc:cxnChg chg="add mod">
          <ac:chgData name="Gabe Griffin" userId="1d507563ab721ffd" providerId="LiveId" clId="{279B0C8B-92F6-4C2B-B6DF-129D182AF1FF}" dt="2025-07-20T04:40:37.415" v="1020" actId="1076"/>
          <ac:cxnSpMkLst>
            <pc:docMk/>
            <pc:sldMk cId="36028418" sldId="257"/>
            <ac:cxnSpMk id="46" creationId="{A21CCBC9-6D0B-40DB-1D0D-12E0AD07E815}"/>
          </ac:cxnSpMkLst>
        </pc:cxnChg>
        <pc:cxnChg chg="add mod">
          <ac:chgData name="Gabe Griffin" userId="1d507563ab721ffd" providerId="LiveId" clId="{279B0C8B-92F6-4C2B-B6DF-129D182AF1FF}" dt="2025-07-20T04:46:15.454" v="1075" actId="17032"/>
          <ac:cxnSpMkLst>
            <pc:docMk/>
            <pc:sldMk cId="36028418" sldId="257"/>
            <ac:cxnSpMk id="51" creationId="{EEE93667-3066-FF34-37A8-EE800E8D46F5}"/>
          </ac:cxnSpMkLst>
        </pc:cxnChg>
        <pc:cxnChg chg="add mod">
          <ac:chgData name="Gabe Griffin" userId="1d507563ab721ffd" providerId="LiveId" clId="{279B0C8B-92F6-4C2B-B6DF-129D182AF1FF}" dt="2025-07-20T04:47:01.327" v="1082" actId="1076"/>
          <ac:cxnSpMkLst>
            <pc:docMk/>
            <pc:sldMk cId="36028418" sldId="257"/>
            <ac:cxnSpMk id="53" creationId="{BD7AF34D-1650-3D3F-DA9E-8E41A838E2BE}"/>
          </ac:cxnSpMkLst>
        </pc:cxnChg>
        <pc:cxnChg chg="add mod">
          <ac:chgData name="Gabe Griffin" userId="1d507563ab721ffd" providerId="LiveId" clId="{279B0C8B-92F6-4C2B-B6DF-129D182AF1FF}" dt="2025-07-20T04:46:57.336" v="1081" actId="14100"/>
          <ac:cxnSpMkLst>
            <pc:docMk/>
            <pc:sldMk cId="36028418" sldId="257"/>
            <ac:cxnSpMk id="54" creationId="{C5023201-E848-C456-4F0D-89E400215E57}"/>
          </ac:cxnSpMkLst>
        </pc:cxnChg>
        <pc:cxnChg chg="mod">
          <ac:chgData name="Gabe Griffin" userId="1d507563ab721ffd" providerId="LiveId" clId="{279B0C8B-92F6-4C2B-B6DF-129D182AF1FF}" dt="2025-07-20T04:34:24.978" v="978" actId="1076"/>
          <ac:cxnSpMkLst>
            <pc:docMk/>
            <pc:sldMk cId="36028418" sldId="257"/>
            <ac:cxnSpMk id="99" creationId="{00000000-0000-0000-0000-000000000000}"/>
          </ac:cxnSpMkLst>
        </pc:cxnChg>
        <pc:cxnChg chg="mod">
          <ac:chgData name="Gabe Griffin" userId="1d507563ab721ffd" providerId="LiveId" clId="{279B0C8B-92F6-4C2B-B6DF-129D182AF1FF}" dt="2025-07-20T04:47:47.599" v="1088" actId="1076"/>
          <ac:cxnSpMkLst>
            <pc:docMk/>
            <pc:sldMk cId="36028418" sldId="257"/>
            <ac:cxnSpMk id="100" creationId="{00000000-0000-0000-0000-000000000000}"/>
          </ac:cxnSpMkLst>
        </pc:cxnChg>
        <pc:cxnChg chg="mod">
          <ac:chgData name="Gabe Griffin" userId="1d507563ab721ffd" providerId="LiveId" clId="{279B0C8B-92F6-4C2B-B6DF-129D182AF1FF}" dt="2025-07-20T05:16:15.655" v="1665" actId="1076"/>
          <ac:cxnSpMkLst>
            <pc:docMk/>
            <pc:sldMk cId="36028418" sldId="257"/>
            <ac:cxnSpMk id="102" creationId="{00000000-0000-0000-0000-000000000000}"/>
          </ac:cxnSpMkLst>
        </pc:cxnChg>
      </pc:sldChg>
      <pc:sldChg chg="new del">
        <pc:chgData name="Gabe Griffin" userId="1d507563ab721ffd" providerId="LiveId" clId="{279B0C8B-92F6-4C2B-B6DF-129D182AF1FF}" dt="2025-07-20T04:48:36.711" v="1096" actId="47"/>
        <pc:sldMkLst>
          <pc:docMk/>
          <pc:sldMk cId="3191815702" sldId="258"/>
        </pc:sldMkLst>
      </pc:sldChg>
      <pc:sldChg chg="del">
        <pc:chgData name="Gabe Griffin" userId="1d507563ab721ffd" providerId="LiveId" clId="{279B0C8B-92F6-4C2B-B6DF-129D182AF1FF}" dt="2025-07-20T04:44:51.826" v="1064" actId="47"/>
        <pc:sldMkLst>
          <pc:docMk/>
          <pc:sldMk cId="3379383092" sldId="258"/>
        </pc:sldMkLst>
      </pc:sldChg>
      <pc:sldChg chg="del">
        <pc:chgData name="Gabe Griffin" userId="1d507563ab721ffd" providerId="LiveId" clId="{279B0C8B-92F6-4C2B-B6DF-129D182AF1FF}" dt="2025-07-20T04:44:19.852" v="1062" actId="47"/>
        <pc:sldMkLst>
          <pc:docMk/>
          <pc:sldMk cId="3432232165" sldId="259"/>
        </pc:sldMkLst>
      </pc:sldChg>
      <pc:sldChg chg="del">
        <pc:chgData name="Gabe Griffin" userId="1d507563ab721ffd" providerId="LiveId" clId="{279B0C8B-92F6-4C2B-B6DF-129D182AF1FF}" dt="2025-07-20T04:44:51.012" v="1063" actId="47"/>
        <pc:sldMkLst>
          <pc:docMk/>
          <pc:sldMk cId="2659450699" sldId="260"/>
        </pc:sldMkLst>
      </pc:sldChg>
      <pc:sldChg chg="del">
        <pc:chgData name="Gabe Griffin" userId="1d507563ab721ffd" providerId="LiveId" clId="{279B0C8B-92F6-4C2B-B6DF-129D182AF1FF}" dt="2025-07-20T04:44:12.979" v="1060" actId="47"/>
        <pc:sldMkLst>
          <pc:docMk/>
          <pc:sldMk cId="1630971731" sldId="261"/>
        </pc:sldMkLst>
      </pc:sldChg>
      <pc:sldChg chg="del">
        <pc:chgData name="Gabe Griffin" userId="1d507563ab721ffd" providerId="LiveId" clId="{279B0C8B-92F6-4C2B-B6DF-129D182AF1FF}" dt="2025-07-20T04:44:12.430" v="1059" actId="47"/>
        <pc:sldMkLst>
          <pc:docMk/>
          <pc:sldMk cId="2829250563" sldId="262"/>
        </pc:sldMkLst>
      </pc:sldChg>
      <pc:sldChg chg="addSp delSp modSp del mod">
        <pc:chgData name="Gabe Griffin" userId="1d507563ab721ffd" providerId="LiveId" clId="{279B0C8B-92F6-4C2B-B6DF-129D182AF1FF}" dt="2025-07-20T04:44:11.725" v="1058" actId="47"/>
        <pc:sldMkLst>
          <pc:docMk/>
          <pc:sldMk cId="3172618985" sldId="263"/>
        </pc:sldMkLst>
        <pc:spChg chg="add del mod">
          <ac:chgData name="Gabe Griffin" userId="1d507563ab721ffd" providerId="LiveId" clId="{279B0C8B-92F6-4C2B-B6DF-129D182AF1FF}" dt="2025-07-20T04:06:55.243" v="563" actId="22"/>
          <ac:spMkLst>
            <pc:docMk/>
            <pc:sldMk cId="3172618985" sldId="263"/>
            <ac:spMk id="20" creationId="{04B542C1-0FE9-1418-E918-26EB4DE65E86}"/>
          </ac:spMkLst>
        </pc:spChg>
        <pc:graphicFrameChg chg="mod">
          <ac:chgData name="Gabe Griffin" userId="1d507563ab721ffd" providerId="LiveId" clId="{279B0C8B-92F6-4C2B-B6DF-129D182AF1FF}" dt="2025-07-20T04:04:49.202" v="557" actId="14100"/>
          <ac:graphicFrameMkLst>
            <pc:docMk/>
            <pc:sldMk cId="3172618985" sldId="263"/>
            <ac:graphicFrameMk id="104" creationId="{4ED055C9-64A9-D982-289A-497D8ED345E2}"/>
          </ac:graphicFrameMkLst>
        </pc:graphicFrameChg>
        <pc:picChg chg="add del mod ord">
          <ac:chgData name="Gabe Griffin" userId="1d507563ab721ffd" providerId="LiveId" clId="{279B0C8B-92F6-4C2B-B6DF-129D182AF1FF}" dt="2025-07-20T04:04:44.426" v="555" actId="478"/>
          <ac:picMkLst>
            <pc:docMk/>
            <pc:sldMk cId="3172618985" sldId="263"/>
            <ac:picMk id="15" creationId="{A6A9BD62-93A6-2CD1-B6B8-93443DF9F43C}"/>
          </ac:picMkLst>
        </pc:picChg>
        <pc:picChg chg="add del mod">
          <ac:chgData name="Gabe Griffin" userId="1d507563ab721ffd" providerId="LiveId" clId="{279B0C8B-92F6-4C2B-B6DF-129D182AF1FF}" dt="2025-07-20T04:04:54.589" v="558" actId="478"/>
          <ac:picMkLst>
            <pc:docMk/>
            <pc:sldMk cId="3172618985" sldId="263"/>
            <ac:picMk id="21" creationId="{9FBE1A59-441C-8C5E-4091-02771AE2225A}"/>
          </ac:picMkLst>
        </pc:picChg>
        <pc:picChg chg="add mod ord modCrop">
          <ac:chgData name="Gabe Griffin" userId="1d507563ab721ffd" providerId="LiveId" clId="{279B0C8B-92F6-4C2B-B6DF-129D182AF1FF}" dt="2025-07-20T04:07:39.393" v="568" actId="1440"/>
          <ac:picMkLst>
            <pc:docMk/>
            <pc:sldMk cId="3172618985" sldId="263"/>
            <ac:picMk id="27" creationId="{5CCEB929-D5D2-DB88-C7D1-407A97D91752}"/>
          </ac:picMkLst>
        </pc:picChg>
      </pc:sldChg>
      <pc:sldChg chg="del">
        <pc:chgData name="Gabe Griffin" userId="1d507563ab721ffd" providerId="LiveId" clId="{279B0C8B-92F6-4C2B-B6DF-129D182AF1FF}" dt="2025-07-20T04:44:13.777" v="1061" actId="47"/>
        <pc:sldMkLst>
          <pc:docMk/>
          <pc:sldMk cId="3106235742" sldId="267"/>
        </pc:sldMkLst>
      </pc:sldChg>
      <pc:sldChg chg="new del">
        <pc:chgData name="Gabe Griffin" userId="1d507563ab721ffd" providerId="LiveId" clId="{279B0C8B-92F6-4C2B-B6DF-129D182AF1FF}" dt="2025-07-18T21:30:23.846" v="533" actId="47"/>
        <pc:sldMkLst>
          <pc:docMk/>
          <pc:sldMk cId="2426031576" sldId="268"/>
        </pc:sldMkLst>
      </pc:sldChg>
      <pc:sldChg chg="modSp add del mod">
        <pc:chgData name="Gabe Griffin" userId="1d507563ab721ffd" providerId="LiveId" clId="{279B0C8B-92F6-4C2B-B6DF-129D182AF1FF}" dt="2025-07-20T04:04:41.998" v="554" actId="47"/>
        <pc:sldMkLst>
          <pc:docMk/>
          <pc:sldMk cId="2968318990" sldId="26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836533-E22B-2B4C-B5E8-F902600A42DB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BDD426-1ACA-1E4C-AE87-A547C473B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2786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386D7A-222B-BC4E-982C-46748DC477C8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0EF6E-EB4E-C743-B793-CD7D10150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180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0EF6E-EB4E-C743-B793-CD7D10150F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19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9"/>
          <p:cNvCxnSpPr>
            <a:cxnSpLocks noChangeShapeType="1"/>
          </p:cNvCxnSpPr>
          <p:nvPr userDrawn="1"/>
        </p:nvCxnSpPr>
        <p:spPr bwMode="auto">
          <a:xfrm>
            <a:off x="9651761" y="5500608"/>
            <a:ext cx="780488" cy="585214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cxnSp>
      <p:cxnSp>
        <p:nvCxnSpPr>
          <p:cNvPr id="11" name="Straight Connector 10"/>
          <p:cNvCxnSpPr/>
          <p:nvPr userDrawn="1"/>
        </p:nvCxnSpPr>
        <p:spPr bwMode="auto">
          <a:xfrm>
            <a:off x="27837479" y="4396930"/>
            <a:ext cx="0" cy="14255496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</p:cxnSp>
      <p:sp>
        <p:nvSpPr>
          <p:cNvPr id="12" name="Content Placeholder 9"/>
          <p:cNvSpPr>
            <a:spLocks noGrp="1"/>
          </p:cNvSpPr>
          <p:nvPr>
            <p:ph sz="quarter" idx="10"/>
          </p:nvPr>
        </p:nvSpPr>
        <p:spPr>
          <a:xfrm>
            <a:off x="780489" y="4728266"/>
            <a:ext cx="8058712" cy="8449539"/>
          </a:xfrm>
          <a:prstGeom prst="rect">
            <a:avLst/>
          </a:prstGeom>
        </p:spPr>
        <p:txBody>
          <a:bodyPr/>
          <a:lstStyle>
            <a:lvl1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2286000" indent="-457200">
              <a:lnSpc>
                <a:spcPts val="4600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780488" y="13627361"/>
            <a:ext cx="8086421" cy="4769496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800" b="1" i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28333331" y="10016713"/>
            <a:ext cx="8363143" cy="4769496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800" b="1" i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indent="0" algn="ctr">
              <a:buNone/>
            </a:pPr>
            <a:endParaRPr lang="en-US" dirty="0"/>
          </a:p>
        </p:txBody>
      </p:sp>
      <p:sp>
        <p:nvSpPr>
          <p:cNvPr id="15" name="Content Placeholder 9"/>
          <p:cNvSpPr>
            <a:spLocks noGrp="1"/>
          </p:cNvSpPr>
          <p:nvPr>
            <p:ph sz="quarter" idx="18"/>
          </p:nvPr>
        </p:nvSpPr>
        <p:spPr>
          <a:xfrm>
            <a:off x="9670473" y="4728265"/>
            <a:ext cx="8478981" cy="13654586"/>
          </a:xfrm>
          <a:prstGeom prst="rect">
            <a:avLst/>
          </a:prstGeom>
        </p:spPr>
        <p:txBody>
          <a:bodyPr/>
          <a:lstStyle>
            <a:lvl1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2286000" indent="-457200">
              <a:lnSpc>
                <a:spcPts val="4600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9"/>
          <p:cNvSpPr>
            <a:spLocks noGrp="1"/>
          </p:cNvSpPr>
          <p:nvPr>
            <p:ph sz="quarter" idx="19"/>
          </p:nvPr>
        </p:nvSpPr>
        <p:spPr>
          <a:xfrm>
            <a:off x="18953018" y="4730482"/>
            <a:ext cx="8451273" cy="4464475"/>
          </a:xfrm>
          <a:prstGeom prst="rect">
            <a:avLst/>
          </a:prstGeom>
        </p:spPr>
        <p:txBody>
          <a:bodyPr/>
          <a:lstStyle>
            <a:lvl1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2286000" indent="-457200">
              <a:lnSpc>
                <a:spcPts val="4600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9"/>
          <p:cNvSpPr>
            <a:spLocks noGrp="1"/>
          </p:cNvSpPr>
          <p:nvPr>
            <p:ph sz="quarter" idx="20"/>
          </p:nvPr>
        </p:nvSpPr>
        <p:spPr>
          <a:xfrm>
            <a:off x="28314050" y="4728267"/>
            <a:ext cx="8363143" cy="4914497"/>
          </a:xfrm>
          <a:prstGeom prst="rect">
            <a:avLst/>
          </a:prstGeom>
        </p:spPr>
        <p:txBody>
          <a:bodyPr/>
          <a:lstStyle>
            <a:lvl1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2286000" indent="-457200">
              <a:lnSpc>
                <a:spcPts val="4600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9"/>
          <p:cNvSpPr>
            <a:spLocks noGrp="1"/>
          </p:cNvSpPr>
          <p:nvPr>
            <p:ph sz="quarter" idx="21"/>
          </p:nvPr>
        </p:nvSpPr>
        <p:spPr>
          <a:xfrm>
            <a:off x="28340791" y="15186116"/>
            <a:ext cx="8363143" cy="2977194"/>
          </a:xfrm>
          <a:prstGeom prst="rect">
            <a:avLst/>
          </a:prstGeom>
        </p:spPr>
        <p:txBody>
          <a:bodyPr/>
          <a:lstStyle>
            <a:lvl1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2286000" indent="-457200">
              <a:lnSpc>
                <a:spcPts val="4600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hart Placeholder 23"/>
          <p:cNvSpPr>
            <a:spLocks noGrp="1"/>
          </p:cNvSpPr>
          <p:nvPr>
            <p:ph type="chart" sz="quarter" idx="22"/>
          </p:nvPr>
        </p:nvSpPr>
        <p:spPr>
          <a:xfrm>
            <a:off x="19008436" y="9601401"/>
            <a:ext cx="8451273" cy="37192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endParaRPr lang="en-US" dirty="0"/>
          </a:p>
        </p:txBody>
      </p:sp>
      <p:sp>
        <p:nvSpPr>
          <p:cNvPr id="20" name="Content Placeholder 9"/>
          <p:cNvSpPr>
            <a:spLocks noGrp="1"/>
          </p:cNvSpPr>
          <p:nvPr>
            <p:ph sz="quarter" idx="23"/>
          </p:nvPr>
        </p:nvSpPr>
        <p:spPr>
          <a:xfrm>
            <a:off x="18980727" y="13837496"/>
            <a:ext cx="8423564" cy="4466492"/>
          </a:xfrm>
          <a:prstGeom prst="rect">
            <a:avLst/>
          </a:prstGeom>
        </p:spPr>
        <p:txBody>
          <a:bodyPr/>
          <a:lstStyle>
            <a:lvl1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2286000" indent="-457200">
              <a:lnSpc>
                <a:spcPts val="4600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1" name="Straight Connector 20"/>
          <p:cNvCxnSpPr/>
          <p:nvPr userDrawn="1"/>
        </p:nvCxnSpPr>
        <p:spPr bwMode="auto">
          <a:xfrm>
            <a:off x="18566246" y="4396930"/>
            <a:ext cx="54263" cy="14255496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</p:cxnSp>
      <p:cxnSp>
        <p:nvCxnSpPr>
          <p:cNvPr id="26" name="Straight Connector 25"/>
          <p:cNvCxnSpPr/>
          <p:nvPr userDrawn="1"/>
        </p:nvCxnSpPr>
        <p:spPr bwMode="auto">
          <a:xfrm>
            <a:off x="9271651" y="4396930"/>
            <a:ext cx="0" cy="14251288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7481772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9"/>
          <p:cNvCxnSpPr>
            <a:cxnSpLocks noChangeShapeType="1"/>
          </p:cNvCxnSpPr>
          <p:nvPr userDrawn="1"/>
        </p:nvCxnSpPr>
        <p:spPr bwMode="auto">
          <a:xfrm>
            <a:off x="9651761" y="5500608"/>
            <a:ext cx="780488" cy="585214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cxnSp>
      <p:cxnSp>
        <p:nvCxnSpPr>
          <p:cNvPr id="11" name="Straight Connector 10"/>
          <p:cNvCxnSpPr/>
          <p:nvPr userDrawn="1"/>
        </p:nvCxnSpPr>
        <p:spPr bwMode="auto">
          <a:xfrm>
            <a:off x="27837479" y="4396930"/>
            <a:ext cx="0" cy="14255496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</p:cxnSp>
      <p:sp>
        <p:nvSpPr>
          <p:cNvPr id="12" name="Content Placeholder 9"/>
          <p:cNvSpPr>
            <a:spLocks noGrp="1"/>
          </p:cNvSpPr>
          <p:nvPr>
            <p:ph sz="quarter" idx="10"/>
          </p:nvPr>
        </p:nvSpPr>
        <p:spPr>
          <a:xfrm>
            <a:off x="780489" y="4728266"/>
            <a:ext cx="8058712" cy="8449539"/>
          </a:xfrm>
          <a:prstGeom prst="rect">
            <a:avLst/>
          </a:prstGeom>
        </p:spPr>
        <p:txBody>
          <a:bodyPr/>
          <a:lstStyle>
            <a:lvl1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2286000" indent="-457200">
              <a:lnSpc>
                <a:spcPts val="4600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780488" y="13627361"/>
            <a:ext cx="8086421" cy="4769496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800" b="1" i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28333331" y="10016713"/>
            <a:ext cx="8363143" cy="4769496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800" b="1" i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indent="0" algn="ctr">
              <a:buNone/>
            </a:pPr>
            <a:endParaRPr lang="en-US" dirty="0"/>
          </a:p>
        </p:txBody>
      </p:sp>
      <p:sp>
        <p:nvSpPr>
          <p:cNvPr id="15" name="Content Placeholder 9"/>
          <p:cNvSpPr>
            <a:spLocks noGrp="1"/>
          </p:cNvSpPr>
          <p:nvPr>
            <p:ph sz="quarter" idx="18"/>
          </p:nvPr>
        </p:nvSpPr>
        <p:spPr>
          <a:xfrm>
            <a:off x="9670473" y="4728265"/>
            <a:ext cx="8478981" cy="13654586"/>
          </a:xfrm>
          <a:prstGeom prst="rect">
            <a:avLst/>
          </a:prstGeom>
        </p:spPr>
        <p:txBody>
          <a:bodyPr/>
          <a:lstStyle>
            <a:lvl1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2286000" indent="-457200">
              <a:lnSpc>
                <a:spcPts val="4600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9"/>
          <p:cNvSpPr>
            <a:spLocks noGrp="1"/>
          </p:cNvSpPr>
          <p:nvPr>
            <p:ph sz="quarter" idx="19"/>
          </p:nvPr>
        </p:nvSpPr>
        <p:spPr>
          <a:xfrm>
            <a:off x="18953018" y="4730482"/>
            <a:ext cx="8451273" cy="4464475"/>
          </a:xfrm>
          <a:prstGeom prst="rect">
            <a:avLst/>
          </a:prstGeom>
        </p:spPr>
        <p:txBody>
          <a:bodyPr/>
          <a:lstStyle>
            <a:lvl1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2286000" indent="-457200">
              <a:lnSpc>
                <a:spcPts val="4600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9"/>
          <p:cNvSpPr>
            <a:spLocks noGrp="1"/>
          </p:cNvSpPr>
          <p:nvPr>
            <p:ph sz="quarter" idx="20"/>
          </p:nvPr>
        </p:nvSpPr>
        <p:spPr>
          <a:xfrm>
            <a:off x="28314050" y="4728267"/>
            <a:ext cx="8363143" cy="4914497"/>
          </a:xfrm>
          <a:prstGeom prst="rect">
            <a:avLst/>
          </a:prstGeom>
        </p:spPr>
        <p:txBody>
          <a:bodyPr/>
          <a:lstStyle>
            <a:lvl1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2286000" indent="-457200">
              <a:lnSpc>
                <a:spcPts val="4600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9"/>
          <p:cNvSpPr>
            <a:spLocks noGrp="1"/>
          </p:cNvSpPr>
          <p:nvPr>
            <p:ph sz="quarter" idx="21"/>
          </p:nvPr>
        </p:nvSpPr>
        <p:spPr>
          <a:xfrm>
            <a:off x="28340791" y="15186116"/>
            <a:ext cx="8363143" cy="2977194"/>
          </a:xfrm>
          <a:prstGeom prst="rect">
            <a:avLst/>
          </a:prstGeom>
        </p:spPr>
        <p:txBody>
          <a:bodyPr/>
          <a:lstStyle>
            <a:lvl1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2286000" indent="-457200">
              <a:lnSpc>
                <a:spcPts val="4600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hart Placeholder 23"/>
          <p:cNvSpPr>
            <a:spLocks noGrp="1"/>
          </p:cNvSpPr>
          <p:nvPr>
            <p:ph type="chart" sz="quarter" idx="22"/>
          </p:nvPr>
        </p:nvSpPr>
        <p:spPr>
          <a:xfrm>
            <a:off x="19008436" y="9601401"/>
            <a:ext cx="8451273" cy="37192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endParaRPr lang="en-US" dirty="0"/>
          </a:p>
        </p:txBody>
      </p:sp>
      <p:sp>
        <p:nvSpPr>
          <p:cNvPr id="20" name="Content Placeholder 9"/>
          <p:cNvSpPr>
            <a:spLocks noGrp="1"/>
          </p:cNvSpPr>
          <p:nvPr>
            <p:ph sz="quarter" idx="23"/>
          </p:nvPr>
        </p:nvSpPr>
        <p:spPr>
          <a:xfrm>
            <a:off x="18980727" y="13837496"/>
            <a:ext cx="8423564" cy="4466492"/>
          </a:xfrm>
          <a:prstGeom prst="rect">
            <a:avLst/>
          </a:prstGeom>
        </p:spPr>
        <p:txBody>
          <a:bodyPr/>
          <a:lstStyle>
            <a:lvl1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2286000" indent="-457200">
              <a:lnSpc>
                <a:spcPts val="4600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1" name="Straight Connector 20"/>
          <p:cNvCxnSpPr/>
          <p:nvPr userDrawn="1"/>
        </p:nvCxnSpPr>
        <p:spPr bwMode="auto">
          <a:xfrm>
            <a:off x="18566246" y="4396930"/>
            <a:ext cx="54263" cy="14255496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</p:cxnSp>
      <p:cxnSp>
        <p:nvCxnSpPr>
          <p:cNvPr id="26" name="Straight Connector 25"/>
          <p:cNvCxnSpPr/>
          <p:nvPr userDrawn="1"/>
        </p:nvCxnSpPr>
        <p:spPr bwMode="auto">
          <a:xfrm>
            <a:off x="9271651" y="4396930"/>
            <a:ext cx="0" cy="14251288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612701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6"/>
          <p:cNvSpPr>
            <a:spLocks noChangeArrowheads="1"/>
          </p:cNvSpPr>
          <p:nvPr userDrawn="1"/>
        </p:nvSpPr>
        <p:spPr bwMode="auto">
          <a:xfrm>
            <a:off x="-1" y="0"/>
            <a:ext cx="37463413" cy="3512576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37931725" indent="-37474525"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endParaRPr lang="en-US" altLang="en-US" b="0" i="0" baseline="0" dirty="0">
              <a:solidFill>
                <a:schemeClr val="tx1"/>
              </a:solidFill>
              <a:latin typeface="Arial" charset="0"/>
              <a:ea typeface="Arial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-1" y="3478193"/>
            <a:ext cx="37463413" cy="1809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36"/>
          <p:cNvSpPr>
            <a:spLocks noChangeArrowheads="1"/>
          </p:cNvSpPr>
          <p:nvPr userDrawn="1"/>
        </p:nvSpPr>
        <p:spPr bwMode="auto">
          <a:xfrm>
            <a:off x="0" y="19082085"/>
            <a:ext cx="37463413" cy="1985628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37931725" indent="-37474525"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endParaRPr lang="en-US" altLang="en-US" b="0" i="0" baseline="0" dirty="0">
              <a:solidFill>
                <a:schemeClr val="tx1"/>
              </a:solidFill>
              <a:latin typeface="Arial" charset="0"/>
              <a:ea typeface="Arial" charset="0"/>
            </a:endParaRPr>
          </a:p>
        </p:txBody>
      </p: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696A13E4-81E8-9AF4-1C15-5ABFCEBA869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259773" y="9939495"/>
            <a:ext cx="4943866" cy="1188722"/>
          </a:xfrm>
          <a:prstGeom prst="rect">
            <a:avLst/>
          </a:prstGeom>
        </p:spPr>
      </p:pic>
      <p:pic>
        <p:nvPicPr>
          <p:cNvPr id="15" name="Picture 1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31AFE0F3-7952-BE36-0653-C66B42FE178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884574" y="19363097"/>
            <a:ext cx="5969918" cy="144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2809037" rtl="0" eaLnBrk="1" latinLnBrk="0" hangingPunct="1">
        <a:lnSpc>
          <a:spcPct val="90000"/>
        </a:lnSpc>
        <a:spcBef>
          <a:spcPct val="0"/>
        </a:spcBef>
        <a:buNone/>
        <a:defRPr sz="135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02259" indent="-702259" algn="l" defTabSz="2809037" rtl="0" eaLnBrk="1" latinLnBrk="0" hangingPunct="1">
        <a:lnSpc>
          <a:spcPct val="90000"/>
        </a:lnSpc>
        <a:spcBef>
          <a:spcPts val="3072"/>
        </a:spcBef>
        <a:buFont typeface="Arial" panose="020B0604020202020204" pitchFamily="34" charset="0"/>
        <a:buChar char="•"/>
        <a:defRPr sz="8602" kern="1200">
          <a:solidFill>
            <a:schemeClr val="tx1"/>
          </a:solidFill>
          <a:latin typeface="+mn-lt"/>
          <a:ea typeface="+mn-ea"/>
          <a:cs typeface="+mn-cs"/>
        </a:defRPr>
      </a:lvl1pPr>
      <a:lvl2pPr marL="2106778" indent="-702259" algn="l" defTabSz="2809037" rtl="0" eaLnBrk="1" latinLnBrk="0" hangingPunct="1">
        <a:lnSpc>
          <a:spcPct val="90000"/>
        </a:lnSpc>
        <a:spcBef>
          <a:spcPts val="1536"/>
        </a:spcBef>
        <a:buFont typeface="Arial" panose="020B0604020202020204" pitchFamily="34" charset="0"/>
        <a:buChar char="•"/>
        <a:defRPr sz="7373" kern="1200">
          <a:solidFill>
            <a:schemeClr val="tx1"/>
          </a:solidFill>
          <a:latin typeface="+mn-lt"/>
          <a:ea typeface="+mn-ea"/>
          <a:cs typeface="+mn-cs"/>
        </a:defRPr>
      </a:lvl2pPr>
      <a:lvl3pPr marL="3511296" indent="-702259" algn="l" defTabSz="2809037" rtl="0" eaLnBrk="1" latinLnBrk="0" hangingPunct="1">
        <a:lnSpc>
          <a:spcPct val="90000"/>
        </a:lnSpc>
        <a:spcBef>
          <a:spcPts val="1536"/>
        </a:spcBef>
        <a:buFont typeface="Arial" panose="020B0604020202020204" pitchFamily="34" charset="0"/>
        <a:buChar char="•"/>
        <a:defRPr sz="6144" kern="1200">
          <a:solidFill>
            <a:schemeClr val="tx1"/>
          </a:solidFill>
          <a:latin typeface="+mn-lt"/>
          <a:ea typeface="+mn-ea"/>
          <a:cs typeface="+mn-cs"/>
        </a:defRPr>
      </a:lvl3pPr>
      <a:lvl4pPr marL="4915814" indent="-702259" algn="l" defTabSz="2809037" rtl="0" eaLnBrk="1" latinLnBrk="0" hangingPunct="1">
        <a:lnSpc>
          <a:spcPct val="90000"/>
        </a:lnSpc>
        <a:spcBef>
          <a:spcPts val="1536"/>
        </a:spcBef>
        <a:buFont typeface="Arial" panose="020B0604020202020204" pitchFamily="34" charset="0"/>
        <a:buChar char="•"/>
        <a:defRPr sz="5530" kern="1200">
          <a:solidFill>
            <a:schemeClr val="tx1"/>
          </a:solidFill>
          <a:latin typeface="+mn-lt"/>
          <a:ea typeface="+mn-ea"/>
          <a:cs typeface="+mn-cs"/>
        </a:defRPr>
      </a:lvl4pPr>
      <a:lvl5pPr marL="6320333" indent="-702259" algn="l" defTabSz="2809037" rtl="0" eaLnBrk="1" latinLnBrk="0" hangingPunct="1">
        <a:lnSpc>
          <a:spcPct val="90000"/>
        </a:lnSpc>
        <a:spcBef>
          <a:spcPts val="1536"/>
        </a:spcBef>
        <a:buFont typeface="Arial" panose="020B0604020202020204" pitchFamily="34" charset="0"/>
        <a:buChar char="•"/>
        <a:defRPr sz="5530" kern="1200">
          <a:solidFill>
            <a:schemeClr val="tx1"/>
          </a:solidFill>
          <a:latin typeface="+mn-lt"/>
          <a:ea typeface="+mn-ea"/>
          <a:cs typeface="+mn-cs"/>
        </a:defRPr>
      </a:lvl5pPr>
      <a:lvl6pPr marL="7724851" indent="-702259" algn="l" defTabSz="2809037" rtl="0" eaLnBrk="1" latinLnBrk="0" hangingPunct="1">
        <a:lnSpc>
          <a:spcPct val="90000"/>
        </a:lnSpc>
        <a:spcBef>
          <a:spcPts val="1536"/>
        </a:spcBef>
        <a:buFont typeface="Arial" panose="020B0604020202020204" pitchFamily="34" charset="0"/>
        <a:buChar char="•"/>
        <a:defRPr sz="5530" kern="1200">
          <a:solidFill>
            <a:schemeClr val="tx1"/>
          </a:solidFill>
          <a:latin typeface="+mn-lt"/>
          <a:ea typeface="+mn-ea"/>
          <a:cs typeface="+mn-cs"/>
        </a:defRPr>
      </a:lvl6pPr>
      <a:lvl7pPr marL="9129370" indent="-702259" algn="l" defTabSz="2809037" rtl="0" eaLnBrk="1" latinLnBrk="0" hangingPunct="1">
        <a:lnSpc>
          <a:spcPct val="90000"/>
        </a:lnSpc>
        <a:spcBef>
          <a:spcPts val="1536"/>
        </a:spcBef>
        <a:buFont typeface="Arial" panose="020B0604020202020204" pitchFamily="34" charset="0"/>
        <a:buChar char="•"/>
        <a:defRPr sz="5530" kern="1200">
          <a:solidFill>
            <a:schemeClr val="tx1"/>
          </a:solidFill>
          <a:latin typeface="+mn-lt"/>
          <a:ea typeface="+mn-ea"/>
          <a:cs typeface="+mn-cs"/>
        </a:defRPr>
      </a:lvl7pPr>
      <a:lvl8pPr marL="10533888" indent="-702259" algn="l" defTabSz="2809037" rtl="0" eaLnBrk="1" latinLnBrk="0" hangingPunct="1">
        <a:lnSpc>
          <a:spcPct val="90000"/>
        </a:lnSpc>
        <a:spcBef>
          <a:spcPts val="1536"/>
        </a:spcBef>
        <a:buFont typeface="Arial" panose="020B0604020202020204" pitchFamily="34" charset="0"/>
        <a:buChar char="•"/>
        <a:defRPr sz="5530" kern="1200">
          <a:solidFill>
            <a:schemeClr val="tx1"/>
          </a:solidFill>
          <a:latin typeface="+mn-lt"/>
          <a:ea typeface="+mn-ea"/>
          <a:cs typeface="+mn-cs"/>
        </a:defRPr>
      </a:lvl8pPr>
      <a:lvl9pPr marL="11938406" indent="-702259" algn="l" defTabSz="2809037" rtl="0" eaLnBrk="1" latinLnBrk="0" hangingPunct="1">
        <a:lnSpc>
          <a:spcPct val="90000"/>
        </a:lnSpc>
        <a:spcBef>
          <a:spcPts val="1536"/>
        </a:spcBef>
        <a:buFont typeface="Arial" panose="020B0604020202020204" pitchFamily="34" charset="0"/>
        <a:buChar char="•"/>
        <a:defRPr sz="5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1pPr>
      <a:lvl2pPr marL="1404518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2pPr>
      <a:lvl3pPr marL="2809037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3pPr>
      <a:lvl4pPr marL="4213555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4pPr>
      <a:lvl5pPr marL="5618074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5pPr>
      <a:lvl6pPr marL="7022592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6pPr>
      <a:lvl7pPr marL="8427110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7pPr>
      <a:lvl8pPr marL="9831629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8pPr>
      <a:lvl9pPr marL="11236147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6"/>
          <p:cNvSpPr>
            <a:spLocks noChangeArrowheads="1"/>
          </p:cNvSpPr>
          <p:nvPr userDrawn="1"/>
        </p:nvSpPr>
        <p:spPr bwMode="auto">
          <a:xfrm>
            <a:off x="-1" y="0"/>
            <a:ext cx="37463413" cy="3512576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37931725" indent="-37474525"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endParaRPr lang="en-US" altLang="en-US" b="0" i="0" baseline="0" dirty="0">
              <a:solidFill>
                <a:schemeClr val="tx1"/>
              </a:solidFill>
              <a:latin typeface="Arial" charset="0"/>
              <a:ea typeface="Arial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-1" y="3478193"/>
            <a:ext cx="37463413" cy="180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36"/>
          <p:cNvSpPr>
            <a:spLocks noChangeArrowheads="1"/>
          </p:cNvSpPr>
          <p:nvPr userDrawn="1"/>
        </p:nvSpPr>
        <p:spPr bwMode="auto">
          <a:xfrm>
            <a:off x="0" y="19082085"/>
            <a:ext cx="37463413" cy="1985628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37931725" indent="-37474525"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endParaRPr lang="en-US" altLang="en-US" b="0" i="0" baseline="0" dirty="0">
              <a:solidFill>
                <a:schemeClr val="tx1"/>
              </a:solidFill>
              <a:latin typeface="Arial" charset="0"/>
              <a:ea typeface="Arial" charset="0"/>
            </a:endParaRPr>
          </a:p>
        </p:txBody>
      </p:sp>
      <p:pic>
        <p:nvPicPr>
          <p:cNvPr id="8" name="Picture 7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050FD56C-1020-E11F-CD13-519F651FC8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965257" y="19353058"/>
            <a:ext cx="5969918" cy="144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368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</p:sldLayoutIdLst>
  <p:txStyles>
    <p:titleStyle>
      <a:lvl1pPr algn="l" defTabSz="2809037" rtl="0" eaLnBrk="1" latinLnBrk="0" hangingPunct="1">
        <a:lnSpc>
          <a:spcPct val="90000"/>
        </a:lnSpc>
        <a:spcBef>
          <a:spcPct val="0"/>
        </a:spcBef>
        <a:buNone/>
        <a:defRPr sz="135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02259" indent="-702259" algn="l" defTabSz="2809037" rtl="0" eaLnBrk="1" latinLnBrk="0" hangingPunct="1">
        <a:lnSpc>
          <a:spcPct val="90000"/>
        </a:lnSpc>
        <a:spcBef>
          <a:spcPts val="3072"/>
        </a:spcBef>
        <a:buFont typeface="Arial" panose="020B0604020202020204" pitchFamily="34" charset="0"/>
        <a:buChar char="•"/>
        <a:defRPr sz="8602" kern="1200">
          <a:solidFill>
            <a:schemeClr val="tx1"/>
          </a:solidFill>
          <a:latin typeface="+mn-lt"/>
          <a:ea typeface="+mn-ea"/>
          <a:cs typeface="+mn-cs"/>
        </a:defRPr>
      </a:lvl1pPr>
      <a:lvl2pPr marL="2106778" indent="-702259" algn="l" defTabSz="2809037" rtl="0" eaLnBrk="1" latinLnBrk="0" hangingPunct="1">
        <a:lnSpc>
          <a:spcPct val="90000"/>
        </a:lnSpc>
        <a:spcBef>
          <a:spcPts val="1536"/>
        </a:spcBef>
        <a:buFont typeface="Arial" panose="020B0604020202020204" pitchFamily="34" charset="0"/>
        <a:buChar char="•"/>
        <a:defRPr sz="7373" kern="1200">
          <a:solidFill>
            <a:schemeClr val="tx1"/>
          </a:solidFill>
          <a:latin typeface="+mn-lt"/>
          <a:ea typeface="+mn-ea"/>
          <a:cs typeface="+mn-cs"/>
        </a:defRPr>
      </a:lvl2pPr>
      <a:lvl3pPr marL="3511296" indent="-702259" algn="l" defTabSz="2809037" rtl="0" eaLnBrk="1" latinLnBrk="0" hangingPunct="1">
        <a:lnSpc>
          <a:spcPct val="90000"/>
        </a:lnSpc>
        <a:spcBef>
          <a:spcPts val="1536"/>
        </a:spcBef>
        <a:buFont typeface="Arial" panose="020B0604020202020204" pitchFamily="34" charset="0"/>
        <a:buChar char="•"/>
        <a:defRPr sz="6144" kern="1200">
          <a:solidFill>
            <a:schemeClr val="tx1"/>
          </a:solidFill>
          <a:latin typeface="+mn-lt"/>
          <a:ea typeface="+mn-ea"/>
          <a:cs typeface="+mn-cs"/>
        </a:defRPr>
      </a:lvl3pPr>
      <a:lvl4pPr marL="4915814" indent="-702259" algn="l" defTabSz="2809037" rtl="0" eaLnBrk="1" latinLnBrk="0" hangingPunct="1">
        <a:lnSpc>
          <a:spcPct val="90000"/>
        </a:lnSpc>
        <a:spcBef>
          <a:spcPts val="1536"/>
        </a:spcBef>
        <a:buFont typeface="Arial" panose="020B0604020202020204" pitchFamily="34" charset="0"/>
        <a:buChar char="•"/>
        <a:defRPr sz="5530" kern="1200">
          <a:solidFill>
            <a:schemeClr val="tx1"/>
          </a:solidFill>
          <a:latin typeface="+mn-lt"/>
          <a:ea typeface="+mn-ea"/>
          <a:cs typeface="+mn-cs"/>
        </a:defRPr>
      </a:lvl4pPr>
      <a:lvl5pPr marL="6320333" indent="-702259" algn="l" defTabSz="2809037" rtl="0" eaLnBrk="1" latinLnBrk="0" hangingPunct="1">
        <a:lnSpc>
          <a:spcPct val="90000"/>
        </a:lnSpc>
        <a:spcBef>
          <a:spcPts val="1536"/>
        </a:spcBef>
        <a:buFont typeface="Arial" panose="020B0604020202020204" pitchFamily="34" charset="0"/>
        <a:buChar char="•"/>
        <a:defRPr sz="5530" kern="1200">
          <a:solidFill>
            <a:schemeClr val="tx1"/>
          </a:solidFill>
          <a:latin typeface="+mn-lt"/>
          <a:ea typeface="+mn-ea"/>
          <a:cs typeface="+mn-cs"/>
        </a:defRPr>
      </a:lvl5pPr>
      <a:lvl6pPr marL="7724851" indent="-702259" algn="l" defTabSz="2809037" rtl="0" eaLnBrk="1" latinLnBrk="0" hangingPunct="1">
        <a:lnSpc>
          <a:spcPct val="90000"/>
        </a:lnSpc>
        <a:spcBef>
          <a:spcPts val="1536"/>
        </a:spcBef>
        <a:buFont typeface="Arial" panose="020B0604020202020204" pitchFamily="34" charset="0"/>
        <a:buChar char="•"/>
        <a:defRPr sz="5530" kern="1200">
          <a:solidFill>
            <a:schemeClr val="tx1"/>
          </a:solidFill>
          <a:latin typeface="+mn-lt"/>
          <a:ea typeface="+mn-ea"/>
          <a:cs typeface="+mn-cs"/>
        </a:defRPr>
      </a:lvl6pPr>
      <a:lvl7pPr marL="9129370" indent="-702259" algn="l" defTabSz="2809037" rtl="0" eaLnBrk="1" latinLnBrk="0" hangingPunct="1">
        <a:lnSpc>
          <a:spcPct val="90000"/>
        </a:lnSpc>
        <a:spcBef>
          <a:spcPts val="1536"/>
        </a:spcBef>
        <a:buFont typeface="Arial" panose="020B0604020202020204" pitchFamily="34" charset="0"/>
        <a:buChar char="•"/>
        <a:defRPr sz="5530" kern="1200">
          <a:solidFill>
            <a:schemeClr val="tx1"/>
          </a:solidFill>
          <a:latin typeface="+mn-lt"/>
          <a:ea typeface="+mn-ea"/>
          <a:cs typeface="+mn-cs"/>
        </a:defRPr>
      </a:lvl7pPr>
      <a:lvl8pPr marL="10533888" indent="-702259" algn="l" defTabSz="2809037" rtl="0" eaLnBrk="1" latinLnBrk="0" hangingPunct="1">
        <a:lnSpc>
          <a:spcPct val="90000"/>
        </a:lnSpc>
        <a:spcBef>
          <a:spcPts val="1536"/>
        </a:spcBef>
        <a:buFont typeface="Arial" panose="020B0604020202020204" pitchFamily="34" charset="0"/>
        <a:buChar char="•"/>
        <a:defRPr sz="5530" kern="1200">
          <a:solidFill>
            <a:schemeClr val="tx1"/>
          </a:solidFill>
          <a:latin typeface="+mn-lt"/>
          <a:ea typeface="+mn-ea"/>
          <a:cs typeface="+mn-cs"/>
        </a:defRPr>
      </a:lvl8pPr>
      <a:lvl9pPr marL="11938406" indent="-702259" algn="l" defTabSz="2809037" rtl="0" eaLnBrk="1" latinLnBrk="0" hangingPunct="1">
        <a:lnSpc>
          <a:spcPct val="90000"/>
        </a:lnSpc>
        <a:spcBef>
          <a:spcPts val="1536"/>
        </a:spcBef>
        <a:buFont typeface="Arial" panose="020B0604020202020204" pitchFamily="34" charset="0"/>
        <a:buChar char="•"/>
        <a:defRPr sz="5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1pPr>
      <a:lvl2pPr marL="1404518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2pPr>
      <a:lvl3pPr marL="2809037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3pPr>
      <a:lvl4pPr marL="4213555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4pPr>
      <a:lvl5pPr marL="5618074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5pPr>
      <a:lvl6pPr marL="7022592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6pPr>
      <a:lvl7pPr marL="8427110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7pPr>
      <a:lvl8pPr marL="9831629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8pPr>
      <a:lvl9pPr marL="11236147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C4984FC7-A66E-CC1F-EA2C-615FB776BD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1168" y="3791767"/>
            <a:ext cx="36978336" cy="171468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29440FF-55C4-5827-2AAE-7AEC9830BCC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9028196"/>
            <a:ext cx="37463413" cy="20307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4347137" y="-21613"/>
            <a:ext cx="28769137" cy="3018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243" tIns="45614" rIns="91243" bIns="45614">
            <a:spAutoFit/>
          </a:bodyPr>
          <a:lstStyle>
            <a:lvl1pPr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37931725" indent="-37474525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algn="ctr">
              <a:lnSpc>
                <a:spcPct val="150000"/>
              </a:lnSpc>
              <a:defRPr/>
            </a:pPr>
            <a:r>
              <a:rPr lang="en-US" altLang="en-US" sz="6400" dirty="0">
                <a:solidFill>
                  <a:srgbClr val="FFFFFF"/>
                </a:solidFill>
                <a:latin typeface="+mn-lt"/>
                <a:ea typeface="Arial" charset="0"/>
              </a:rPr>
              <a:t>Methods for Modeling Regret of Parameterization Choices</a:t>
            </a:r>
          </a:p>
          <a:p>
            <a:pPr algn="ctr">
              <a:lnSpc>
                <a:spcPct val="150000"/>
              </a:lnSpc>
              <a:defRPr/>
            </a:pPr>
            <a:r>
              <a:rPr lang="en-US" altLang="en-US" sz="3800" dirty="0">
                <a:solidFill>
                  <a:srgbClr val="FFFFFF"/>
                </a:solidFill>
                <a:latin typeface="+mn-lt"/>
                <a:ea typeface="Arial" charset="0"/>
              </a:rPr>
              <a:t>Gabriel L. Griffin</a:t>
            </a:r>
            <a:r>
              <a:rPr lang="en-US" altLang="en-US" sz="3800" baseline="30000" dirty="0">
                <a:solidFill>
                  <a:srgbClr val="FFFFFF"/>
                </a:solidFill>
                <a:latin typeface="+mn-lt"/>
                <a:ea typeface="Arial" charset="0"/>
              </a:rPr>
              <a:t>1</a:t>
            </a:r>
            <a:r>
              <a:rPr lang="en-US" altLang="en-US" sz="3800" dirty="0">
                <a:solidFill>
                  <a:srgbClr val="FFFFFF"/>
                </a:solidFill>
                <a:latin typeface="+mn-lt"/>
                <a:ea typeface="Arial" charset="0"/>
              </a:rPr>
              <a:t>, </a:t>
            </a:r>
            <a:r>
              <a:rPr lang="en-US" altLang="en-US" sz="4000" dirty="0">
                <a:solidFill>
                  <a:srgbClr val="FFFFFF"/>
                </a:solidFill>
                <a:ea typeface="Arial" charset="0"/>
              </a:rPr>
              <a:t>Anabel Fletcher</a:t>
            </a:r>
            <a:r>
              <a:rPr lang="en-US" altLang="en-US" sz="4000" baseline="30000" dirty="0">
                <a:solidFill>
                  <a:srgbClr val="FFFFFF"/>
                </a:solidFill>
                <a:ea typeface="Arial" charset="0"/>
              </a:rPr>
              <a:t>2</a:t>
            </a:r>
            <a:r>
              <a:rPr lang="en-US" altLang="en-US" sz="4000" dirty="0">
                <a:solidFill>
                  <a:srgbClr val="FFFFFF"/>
                </a:solidFill>
                <a:ea typeface="Arial" charset="0"/>
              </a:rPr>
              <a:t>, Dakota Nobuyuki Goto</a:t>
            </a:r>
            <a:r>
              <a:rPr lang="en-US" altLang="en-US" sz="4000" baseline="30000" dirty="0">
                <a:solidFill>
                  <a:srgbClr val="FFFFFF"/>
                </a:solidFill>
                <a:ea typeface="Arial" charset="0"/>
              </a:rPr>
              <a:t>3</a:t>
            </a:r>
            <a:r>
              <a:rPr lang="en-US" altLang="en-US" sz="4000" dirty="0">
                <a:solidFill>
                  <a:srgbClr val="FFFFFF"/>
                </a:solidFill>
                <a:ea typeface="Arial" charset="0"/>
              </a:rPr>
              <a:t>, Martha Lucia Sabogal De La Pava, Melika Jahan Beikloo, David White, Emily L. Tucker</a:t>
            </a:r>
          </a:p>
          <a:p>
            <a:pPr algn="ctr">
              <a:lnSpc>
                <a:spcPct val="150000"/>
              </a:lnSpc>
              <a:defRPr/>
            </a:pPr>
            <a:r>
              <a:rPr lang="en-US" altLang="en-US" sz="2600" dirty="0">
                <a:solidFill>
                  <a:srgbClr val="FFFFFF"/>
                </a:solidFill>
                <a:latin typeface="+mn-lt"/>
                <a:ea typeface="Arial" charset="0"/>
              </a:rPr>
              <a:t>University of Oklahoma, Smith College, Fordham University, Clemson University</a:t>
            </a:r>
          </a:p>
        </p:txBody>
      </p:sp>
      <p:sp>
        <p:nvSpPr>
          <p:cNvPr id="14" name="TextBox 3"/>
          <p:cNvSpPr txBox="1">
            <a:spLocks noChangeArrowheads="1"/>
          </p:cNvSpPr>
          <p:nvPr/>
        </p:nvSpPr>
        <p:spPr bwMode="auto">
          <a:xfrm>
            <a:off x="845328" y="4400721"/>
            <a:ext cx="8120711" cy="555345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>
              <a:lnSpc>
                <a:spcPts val="3600"/>
              </a:lnSpc>
              <a:spcAft>
                <a:spcPts val="1000"/>
              </a:spcAft>
            </a:pPr>
            <a:r>
              <a:rPr lang="en-US" sz="4000" b="1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n-US" sz="3200" b="1" dirty="0">
                <a:solidFill>
                  <a:srgbClr val="005BBB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440" y="8550454"/>
            <a:ext cx="7723933" cy="555345"/>
          </a:xfrm>
          <a:prstGeom prst="rect">
            <a:avLst/>
          </a:prstGeom>
          <a:solidFill>
            <a:schemeClr val="bg1">
              <a:alpha val="63000"/>
            </a:schemeClr>
          </a:solidFill>
          <a:effectLst/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  <a:spcAft>
                <a:spcPts val="1000"/>
              </a:spcAft>
              <a:defRPr/>
            </a:pPr>
            <a:r>
              <a:rPr lang="en-US" sz="4000" b="1" dirty="0">
                <a:solidFill>
                  <a:schemeClr val="tx2"/>
                </a:solidFill>
              </a:rPr>
              <a:t>Methods</a:t>
            </a:r>
          </a:p>
        </p:txBody>
      </p:sp>
      <p:sp>
        <p:nvSpPr>
          <p:cNvPr id="22" name="Freeform 21"/>
          <p:cNvSpPr/>
          <p:nvPr/>
        </p:nvSpPr>
        <p:spPr>
          <a:xfrm rot="10800000">
            <a:off x="17235054" y="10889672"/>
            <a:ext cx="282288" cy="1374157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9878019" y="15287235"/>
            <a:ext cx="8100302" cy="555345"/>
          </a:xfrm>
          <a:prstGeom prst="rect">
            <a:avLst/>
          </a:prstGeom>
          <a:solidFill>
            <a:schemeClr val="bg1">
              <a:alpha val="63000"/>
            </a:schemeClr>
          </a:solidFill>
          <a:effectLst/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  <a:spcAft>
                <a:spcPts val="1000"/>
              </a:spcAft>
              <a:defRPr/>
            </a:pPr>
            <a:r>
              <a:rPr lang="en-US" sz="4000" b="1" dirty="0">
                <a:solidFill>
                  <a:schemeClr val="tx2"/>
                </a:solidFill>
              </a:rPr>
              <a:t>Results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147050" y="15177625"/>
            <a:ext cx="7797882" cy="555345"/>
          </a:xfrm>
          <a:prstGeom prst="rect">
            <a:avLst/>
          </a:prstGeom>
          <a:solidFill>
            <a:schemeClr val="bg1">
              <a:alpha val="63000"/>
            </a:schemeClr>
          </a:solidFill>
          <a:effectLst/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  <a:spcAft>
                <a:spcPts val="1000"/>
              </a:spcAft>
              <a:buClr>
                <a:schemeClr val="tx2"/>
              </a:buClr>
              <a:defRPr/>
            </a:pPr>
            <a:r>
              <a:rPr lang="en-US" sz="4000" b="1" dirty="0">
                <a:solidFill>
                  <a:schemeClr val="tx2"/>
                </a:solidFill>
                <a:latin typeface="+mj-lt"/>
              </a:rPr>
              <a:t>References</a:t>
            </a:r>
            <a:r>
              <a:rPr lang="en-US" sz="4000" dirty="0">
                <a:solidFill>
                  <a:schemeClr val="tx1">
                    <a:lumMod val="75000"/>
                  </a:schemeClr>
                </a:solidFill>
                <a:latin typeface="+mj-lt"/>
                <a:ea typeface="Arial" charset="0"/>
                <a:cs typeface="Arial" charset="0"/>
              </a:rPr>
              <a:t> </a:t>
            </a:r>
            <a:r>
              <a:rPr lang="en-US" sz="2400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 </a:t>
            </a:r>
          </a:p>
        </p:txBody>
      </p:sp>
      <p:cxnSp>
        <p:nvCxnSpPr>
          <p:cNvPr id="41" name="Straight Connector 40"/>
          <p:cNvCxnSpPr/>
          <p:nvPr/>
        </p:nvCxnSpPr>
        <p:spPr bwMode="auto">
          <a:xfrm flipV="1">
            <a:off x="19048288" y="10130788"/>
            <a:ext cx="8229600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42" name="TextBox 41"/>
          <p:cNvSpPr txBox="1"/>
          <p:nvPr/>
        </p:nvSpPr>
        <p:spPr>
          <a:xfrm>
            <a:off x="19036367" y="17132880"/>
            <a:ext cx="7978197" cy="514500"/>
          </a:xfrm>
          <a:prstGeom prst="rect">
            <a:avLst/>
          </a:prstGeom>
          <a:solidFill>
            <a:schemeClr val="bg1">
              <a:alpha val="42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  <a:defRPr/>
            </a:pPr>
            <a:endParaRPr lang="en-US" sz="2600" dirty="0">
              <a:solidFill>
                <a:schemeClr val="tx1">
                  <a:lumMod val="75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9050043" y="10599561"/>
            <a:ext cx="8286041" cy="555345"/>
          </a:xfrm>
          <a:prstGeom prst="rect">
            <a:avLst/>
          </a:prstGeom>
          <a:solidFill>
            <a:schemeClr val="bg1">
              <a:alpha val="63000"/>
            </a:schemeClr>
          </a:solidFill>
          <a:effectLst/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  <a:spcAft>
                <a:spcPts val="1000"/>
              </a:spcAft>
              <a:defRPr/>
            </a:pPr>
            <a:r>
              <a:rPr lang="en-US" sz="4000" b="1" dirty="0">
                <a:solidFill>
                  <a:schemeClr val="tx2"/>
                </a:solidFill>
              </a:rPr>
              <a:t>Analysis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336194" y="4400721"/>
            <a:ext cx="8165310" cy="555345"/>
          </a:xfrm>
          <a:prstGeom prst="rect">
            <a:avLst/>
          </a:prstGeom>
          <a:solidFill>
            <a:schemeClr val="bg1">
              <a:alpha val="63000"/>
            </a:schemeClr>
          </a:solidFill>
          <a:effectLst/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  <a:spcAft>
                <a:spcPts val="1000"/>
              </a:spcAft>
              <a:defRPr/>
            </a:pPr>
            <a:r>
              <a:rPr lang="en-US" sz="4000" b="1" dirty="0">
                <a:solidFill>
                  <a:schemeClr val="tx2"/>
                </a:solidFill>
              </a:rPr>
              <a:t>Conclusion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78019" y="13906419"/>
            <a:ext cx="9324302" cy="400110"/>
          </a:xfrm>
          <a:prstGeom prst="rect">
            <a:avLst/>
          </a:prstGeom>
          <a:solidFill>
            <a:schemeClr val="bg1">
              <a:alpha val="42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lr>
                <a:schemeClr val="tx2"/>
              </a:buClr>
              <a:defRPr/>
            </a:pPr>
            <a:r>
              <a:rPr lang="en-US" sz="2000" i="1" dirty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Representation of Bi-Level Stackelberg Game for Mini-Max Regret</a:t>
            </a:r>
          </a:p>
        </p:txBody>
      </p:sp>
      <p:cxnSp>
        <p:nvCxnSpPr>
          <p:cNvPr id="99" name="Straight Connector 98"/>
          <p:cNvCxnSpPr/>
          <p:nvPr/>
        </p:nvCxnSpPr>
        <p:spPr bwMode="auto">
          <a:xfrm flipV="1">
            <a:off x="28233340" y="14830694"/>
            <a:ext cx="8229600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00" name="Straight Connector 99"/>
          <p:cNvCxnSpPr/>
          <p:nvPr/>
        </p:nvCxnSpPr>
        <p:spPr bwMode="auto">
          <a:xfrm>
            <a:off x="10024345" y="14830694"/>
            <a:ext cx="8250243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01" name="Straight Connector 100"/>
          <p:cNvCxnSpPr/>
          <p:nvPr/>
        </p:nvCxnSpPr>
        <p:spPr bwMode="auto">
          <a:xfrm>
            <a:off x="762058" y="8065804"/>
            <a:ext cx="8104851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02" name="Straight Connector 101"/>
          <p:cNvCxnSpPr/>
          <p:nvPr/>
        </p:nvCxnSpPr>
        <p:spPr bwMode="auto">
          <a:xfrm flipV="1">
            <a:off x="28271904" y="16952808"/>
            <a:ext cx="8229600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9E11F77-B75D-F2ED-6876-B3CAA45CDD97}"/>
              </a:ext>
            </a:extLst>
          </p:cNvPr>
          <p:cNvSpPr txBox="1"/>
          <p:nvPr/>
        </p:nvSpPr>
        <p:spPr>
          <a:xfrm>
            <a:off x="28147050" y="17216049"/>
            <a:ext cx="8625958" cy="2201372"/>
          </a:xfrm>
          <a:prstGeom prst="rect">
            <a:avLst/>
          </a:prstGeom>
          <a:solidFill>
            <a:schemeClr val="bg1">
              <a:alpha val="63000"/>
            </a:schemeClr>
          </a:solidFill>
          <a:effectLst/>
        </p:spPr>
        <p:txBody>
          <a:bodyPr wrap="square">
            <a:spAutoFit/>
          </a:bodyPr>
          <a:lstStyle/>
          <a:p>
            <a:pPr algn="just"/>
            <a:r>
              <a:rPr lang="en-US" sz="4000" b="1" dirty="0">
                <a:solidFill>
                  <a:schemeClr val="tx2"/>
                </a:solidFill>
                <a:latin typeface="+mj-lt"/>
                <a:ea typeface="Arial" charset="0"/>
                <a:cs typeface="Arial" charset="0"/>
              </a:rPr>
              <a:t>Acknowledgements</a:t>
            </a:r>
          </a:p>
          <a:p>
            <a:pPr algn="just"/>
            <a:endParaRPr lang="en-US" sz="2000" b="1" dirty="0">
              <a:solidFill>
                <a:schemeClr val="tx2"/>
              </a:solidFill>
              <a:latin typeface="+mj-lt"/>
              <a:ea typeface="Arial" charset="0"/>
              <a:cs typeface="Arial" charset="0"/>
            </a:endParaRPr>
          </a:p>
          <a:p>
            <a:pPr algn="just"/>
            <a:r>
              <a:rPr lang="en-US" sz="1000" dirty="0">
                <a:latin typeface="HelveticaNeueLT Std Cn"/>
                <a:cs typeface="Hadassah Friedlaender" panose="020F0502020204030204" pitchFamily="18" charset="-79"/>
              </a:rPr>
              <a:t>A large thank you to Dr. Thomas Sharkey, Dr. Jessica Aviles, and Clemson Industrial Engineering for their support during this project</a:t>
            </a:r>
          </a:p>
          <a:p>
            <a:pPr algn="just"/>
            <a:endParaRPr lang="en-US" sz="1000" dirty="0">
              <a:latin typeface="HelveticaNeueLT Std Cn"/>
              <a:cs typeface="Hadassah Friedlaender" panose="020F0502020204030204" pitchFamily="18" charset="-79"/>
            </a:endParaRPr>
          </a:p>
          <a:p>
            <a:pPr algn="just"/>
            <a:r>
              <a:rPr lang="en-US" sz="1000" dirty="0">
                <a:solidFill>
                  <a:srgbClr val="333333"/>
                </a:solidFill>
                <a:latin typeface="HelveticaNeueLT Std Cn"/>
              </a:rPr>
              <a:t>This material is based upon work supported by the National Science Foundation under Grant Number </a:t>
            </a:r>
            <a:r>
              <a:rPr lang="en-US" sz="1000" dirty="0">
                <a:latin typeface="HelveticaNeueLT Std Cn"/>
              </a:rPr>
              <a:t>2348774. </a:t>
            </a:r>
            <a:r>
              <a:rPr lang="en-US" sz="1000" dirty="0">
                <a:solidFill>
                  <a:srgbClr val="333333"/>
                </a:solidFill>
                <a:latin typeface="HelveticaNeueLT Std Cn"/>
              </a:rPr>
              <a:t>Any opinions, findings, and conclusions or recommendations expressed in this material are those of the author(s) and do not necessarily reflect the views of the National Science Foundation.</a:t>
            </a:r>
            <a:endParaRPr lang="en-US" sz="1000" dirty="0">
              <a:latin typeface="HelveticaNeueLT Std Cn"/>
            </a:endParaRPr>
          </a:p>
          <a:p>
            <a:pPr>
              <a:lnSpc>
                <a:spcPts val="3600"/>
              </a:lnSpc>
              <a:spcAft>
                <a:spcPts val="1000"/>
              </a:spcAft>
              <a:buClr>
                <a:schemeClr val="tx2"/>
              </a:buClr>
              <a:defRPr/>
            </a:pPr>
            <a:endParaRPr lang="en-US" sz="2400" dirty="0">
              <a:solidFill>
                <a:schemeClr val="tx1">
                  <a:lumMod val="75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7" name="Picture 6" descr="A logo of a globe with a gold cogwheel&#10;&#10;AI-generated content may be incorrect.">
            <a:extLst>
              <a:ext uri="{FF2B5EF4-FFF2-40B4-BE49-F238E27FC236}">
                <a16:creationId xmlns:a16="http://schemas.microsoft.com/office/drawing/2014/main" id="{B23FEC6C-53EF-E1DC-365A-4CAE6F9604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13226" y="117993"/>
            <a:ext cx="3354994" cy="3354994"/>
          </a:xfrm>
          <a:prstGeom prst="rect">
            <a:avLst/>
          </a:prstGeom>
        </p:spPr>
      </p:pic>
      <p:pic>
        <p:nvPicPr>
          <p:cNvPr id="31" name="Picture Placeholder 30">
            <a:extLst>
              <a:ext uri="{FF2B5EF4-FFF2-40B4-BE49-F238E27FC236}">
                <a16:creationId xmlns:a16="http://schemas.microsoft.com/office/drawing/2014/main" id="{5DBFE13D-671E-B86E-CD0C-E9CE517DDDC9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4"/>
          <a:srcRect t="485" b="9"/>
          <a:stretch>
            <a:fillRect/>
          </a:stretch>
        </p:blipFill>
        <p:spPr>
          <a:xfrm>
            <a:off x="9321950" y="7921326"/>
            <a:ext cx="9469042" cy="5945446"/>
          </a:xfr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6DB6867-E738-0D90-EABB-13353348B4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05557" y="19265236"/>
            <a:ext cx="6285166" cy="167339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9DA3A2B-E86F-FE10-4F52-65988EB93E89}"/>
              </a:ext>
            </a:extLst>
          </p:cNvPr>
          <p:cNvCxnSpPr/>
          <p:nvPr/>
        </p:nvCxnSpPr>
        <p:spPr bwMode="auto">
          <a:xfrm flipV="1">
            <a:off x="28120335" y="19218199"/>
            <a:ext cx="8229600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pic>
        <p:nvPicPr>
          <p:cNvPr id="1034" name="Picture 10" descr="Clemson University Logo, symbol, meaning, history, PNG, brand">
            <a:extLst>
              <a:ext uri="{FF2B5EF4-FFF2-40B4-BE49-F238E27FC236}">
                <a16:creationId xmlns:a16="http://schemas.microsoft.com/office/drawing/2014/main" id="{1FE4D78D-45C2-FB26-1CAB-429F9DFEE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0464" y="286083"/>
            <a:ext cx="5366782" cy="3018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EE93667-3066-FF34-37A8-EE800E8D46F5}"/>
              </a:ext>
            </a:extLst>
          </p:cNvPr>
          <p:cNvCxnSpPr/>
          <p:nvPr/>
        </p:nvCxnSpPr>
        <p:spPr>
          <a:xfrm>
            <a:off x="9316363" y="3960967"/>
            <a:ext cx="0" cy="1660572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D7AF34D-1650-3D3F-DA9E-8E41A838E2BE}"/>
              </a:ext>
            </a:extLst>
          </p:cNvPr>
          <p:cNvCxnSpPr/>
          <p:nvPr/>
        </p:nvCxnSpPr>
        <p:spPr>
          <a:xfrm>
            <a:off x="18672421" y="4113367"/>
            <a:ext cx="0" cy="1660572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5023201-E848-C456-4F0D-89E400215E57}"/>
              </a:ext>
            </a:extLst>
          </p:cNvPr>
          <p:cNvCxnSpPr>
            <a:cxnSpLocks/>
          </p:cNvCxnSpPr>
          <p:nvPr/>
        </p:nvCxnSpPr>
        <p:spPr>
          <a:xfrm>
            <a:off x="27628747" y="3986562"/>
            <a:ext cx="0" cy="1673253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59" name="Picture 58">
            <a:extLst>
              <a:ext uri="{FF2B5EF4-FFF2-40B4-BE49-F238E27FC236}">
                <a16:creationId xmlns:a16="http://schemas.microsoft.com/office/drawing/2014/main" id="{7C7F0401-E5ED-5694-DB8A-F7206B9A29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88962" y="6410578"/>
            <a:ext cx="3405430" cy="724513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9417A61A-DA19-2C21-E211-1F206CC0C9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7031" y="6434867"/>
            <a:ext cx="2229357" cy="1519678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F8F8C0B9-2162-D47B-EB28-2BE693B67D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77770" y="7156984"/>
            <a:ext cx="2454182" cy="944419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3F6D62FE-F83E-2873-830E-E6E274436D26}"/>
              </a:ext>
            </a:extLst>
          </p:cNvPr>
          <p:cNvSpPr txBox="1"/>
          <p:nvPr/>
        </p:nvSpPr>
        <p:spPr>
          <a:xfrm>
            <a:off x="19679830" y="5810725"/>
            <a:ext cx="2184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Sample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C6CE340-6C51-E268-673D-C79C64CC567C}"/>
              </a:ext>
            </a:extLst>
          </p:cNvPr>
          <p:cNvSpPr txBox="1"/>
          <p:nvPr/>
        </p:nvSpPr>
        <p:spPr>
          <a:xfrm>
            <a:off x="10010464" y="3887704"/>
            <a:ext cx="8215810" cy="2343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u="sng" dirty="0"/>
              <a:t>Stackelberg Game Bilevel Optimization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Leaders defined by indexes making choices on which items not chosen by follower are most important to them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Follower makes item choices based on minimization of maximum regret faced by any leader</a:t>
            </a:r>
          </a:p>
        </p:txBody>
      </p:sp>
    </p:spTree>
    <p:extLst>
      <p:ext uri="{BB962C8B-B14F-4D97-AF65-F5344CB8AC3E}">
        <p14:creationId xmlns:p14="http://schemas.microsoft.com/office/powerpoint/2010/main" val="36028418"/>
      </p:ext>
    </p:extLst>
  </p:cSld>
  <p:clrMapOvr>
    <a:masterClrMapping/>
  </p:clrMapOvr>
</p:sld>
</file>

<file path=ppt/theme/theme1.xml><?xml version="1.0" encoding="utf-8"?>
<a:theme xmlns:a="http://schemas.openxmlformats.org/drawingml/2006/main" name="1_Research Poster Template">
  <a:themeElements>
    <a:clrScheme name="Clemson Colors">
      <a:dk1>
        <a:srgbClr val="000000"/>
      </a:dk1>
      <a:lt1>
        <a:srgbClr val="FFFFFF"/>
      </a:lt1>
      <a:dk2>
        <a:srgbClr val="2E1A47"/>
      </a:dk2>
      <a:lt2>
        <a:srgbClr val="FFFFFF"/>
      </a:lt2>
      <a:accent1>
        <a:srgbClr val="F56600"/>
      </a:accent1>
      <a:accent2>
        <a:srgbClr val="522D80"/>
      </a:accent2>
      <a:accent3>
        <a:srgbClr val="B94700"/>
      </a:accent3>
      <a:accent4>
        <a:srgbClr val="8C8279"/>
      </a:accent4>
      <a:accent5>
        <a:srgbClr val="B7BF10"/>
      </a:accent5>
      <a:accent6>
        <a:srgbClr val="00205B"/>
      </a:accent6>
      <a:hlink>
        <a:srgbClr val="522D80"/>
      </a:hlink>
      <a:folHlink>
        <a:srgbClr val="AD1AA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Research Poster Template">
  <a:themeElements>
    <a:clrScheme name="Clemson Colors">
      <a:dk1>
        <a:srgbClr val="000000"/>
      </a:dk1>
      <a:lt1>
        <a:srgbClr val="FFFFFF"/>
      </a:lt1>
      <a:dk2>
        <a:srgbClr val="2E1A47"/>
      </a:dk2>
      <a:lt2>
        <a:srgbClr val="FFFFFF"/>
      </a:lt2>
      <a:accent1>
        <a:srgbClr val="F56600"/>
      </a:accent1>
      <a:accent2>
        <a:srgbClr val="522D80"/>
      </a:accent2>
      <a:accent3>
        <a:srgbClr val="B94700"/>
      </a:accent3>
      <a:accent4>
        <a:srgbClr val="8C8279"/>
      </a:accent4>
      <a:accent5>
        <a:srgbClr val="B7BF10"/>
      </a:accent5>
      <a:accent6>
        <a:srgbClr val="00205B"/>
      </a:accent6>
      <a:hlink>
        <a:srgbClr val="522D80"/>
      </a:hlink>
      <a:folHlink>
        <a:srgbClr val="AD1AA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UB Powerpoint Theme</Template>
  <TotalTime>7477</TotalTime>
  <Words>178</Words>
  <Application>Microsoft Office PowerPoint</Application>
  <PresentationFormat>Custom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Helvetica</vt:lpstr>
      <vt:lpstr>HelveticaNeueLT Std Cn</vt:lpstr>
      <vt:lpstr>1_Research Poster Template</vt:lpstr>
      <vt:lpstr>2_Research Poster Template</vt:lpstr>
      <vt:lpstr>PowerPoint Presentation</vt:lpstr>
    </vt:vector>
  </TitlesOfParts>
  <Manager/>
  <Company>© University at Buffalo</Company>
  <LinksUpToDate>false</LinksUpToDate>
  <SharedDoc>false</SharedDoc>
  <HyperlinkBase>www.buffalo.edu/brand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Research Poster Template</dc:title>
  <dc:subject/>
  <dc:creator>Tullen Burns</dc:creator>
  <cp:keywords/>
  <dc:description/>
  <cp:lastModifiedBy>Gabe Griffin</cp:lastModifiedBy>
  <cp:revision>66</cp:revision>
  <cp:lastPrinted>2016-09-29T19:48:31Z</cp:lastPrinted>
  <dcterms:created xsi:type="dcterms:W3CDTF">2016-09-29T18:43:16Z</dcterms:created>
  <dcterms:modified xsi:type="dcterms:W3CDTF">2025-07-20T05:19:18Z</dcterms:modified>
  <cp:category/>
</cp:coreProperties>
</file>